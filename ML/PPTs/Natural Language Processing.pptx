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81" r:id="rId5"/>
    <p:sldId id="282" r:id="rId6"/>
    <p:sldId id="27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3716000" cy="6400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246" y="-90"/>
      </p:cViewPr>
      <p:guideLst>
        <p:guide orient="horz" pos="2016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0CCA1-F36A-4915-920F-F676126C67AF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9E0CEE6-4875-4FA9-8613-F4BF2D5B0FA0}">
      <dgm:prSet phldrT="[Text]"/>
      <dgm:spPr/>
      <dgm:t>
        <a:bodyPr/>
        <a:lstStyle/>
        <a:p>
          <a:r>
            <a:rPr lang="en-US" dirty="0" smtClean="0"/>
            <a:t>Read Input text</a:t>
          </a:r>
          <a:endParaRPr lang="en-US" dirty="0"/>
        </a:p>
      </dgm:t>
    </dgm:pt>
    <dgm:pt modelId="{76123AAC-A075-4940-A07E-CA0B99FD3497}" type="parTrans" cxnId="{BF1CF8F7-F054-44AD-AD53-C2C9801BB9DF}">
      <dgm:prSet/>
      <dgm:spPr/>
      <dgm:t>
        <a:bodyPr/>
        <a:lstStyle/>
        <a:p>
          <a:endParaRPr lang="en-US"/>
        </a:p>
      </dgm:t>
    </dgm:pt>
    <dgm:pt modelId="{F149DF39-7990-4471-9014-910EFC781AD3}" type="sibTrans" cxnId="{BF1CF8F7-F054-44AD-AD53-C2C9801BB9DF}">
      <dgm:prSet/>
      <dgm:spPr/>
      <dgm:t>
        <a:bodyPr/>
        <a:lstStyle/>
        <a:p>
          <a:endParaRPr lang="en-US"/>
        </a:p>
      </dgm:t>
    </dgm:pt>
    <dgm:pt modelId="{2ED26991-475A-4D4B-AE17-F65A7B32FC98}">
      <dgm:prSet phldrT="[Text]"/>
      <dgm:spPr/>
      <dgm:t>
        <a:bodyPr/>
        <a:lstStyle/>
        <a:p>
          <a:r>
            <a:rPr lang="en-US" dirty="0" smtClean="0"/>
            <a:t>Preprocess text</a:t>
          </a:r>
          <a:endParaRPr lang="en-US" dirty="0"/>
        </a:p>
      </dgm:t>
    </dgm:pt>
    <dgm:pt modelId="{5E4C6AD1-9D0F-48AE-B6E7-1C8EFD4DFEFD}" type="parTrans" cxnId="{E93FC4E0-8271-4315-8BEA-C4896BEA0C40}">
      <dgm:prSet/>
      <dgm:spPr/>
      <dgm:t>
        <a:bodyPr/>
        <a:lstStyle/>
        <a:p>
          <a:endParaRPr lang="en-US"/>
        </a:p>
      </dgm:t>
    </dgm:pt>
    <dgm:pt modelId="{4FF1C23B-C48F-48F9-A085-D5C7E50F33A0}" type="sibTrans" cxnId="{E93FC4E0-8271-4315-8BEA-C4896BEA0C40}">
      <dgm:prSet/>
      <dgm:spPr/>
      <dgm:t>
        <a:bodyPr/>
        <a:lstStyle/>
        <a:p>
          <a:endParaRPr lang="en-US"/>
        </a:p>
      </dgm:t>
    </dgm:pt>
    <dgm:pt modelId="{3E4BEAAD-E96F-4E59-96DB-5F0867FB437D}">
      <dgm:prSet phldrT="[Text]"/>
      <dgm:spPr/>
      <dgm:t>
        <a:bodyPr/>
        <a:lstStyle/>
        <a:p>
          <a:r>
            <a:rPr lang="en-US" dirty="0" smtClean="0"/>
            <a:t>Convert text into feature vectors</a:t>
          </a:r>
          <a:endParaRPr lang="en-US" dirty="0"/>
        </a:p>
      </dgm:t>
    </dgm:pt>
    <dgm:pt modelId="{58D03903-D9CA-444D-AA17-46F102BF64CB}" type="parTrans" cxnId="{BC0C2B86-E16C-4EA3-83A4-B5886DC78FA4}">
      <dgm:prSet/>
      <dgm:spPr/>
      <dgm:t>
        <a:bodyPr/>
        <a:lstStyle/>
        <a:p>
          <a:endParaRPr lang="en-US"/>
        </a:p>
      </dgm:t>
    </dgm:pt>
    <dgm:pt modelId="{127F5DE8-C6D9-4D9D-A5DE-EB7A3D59F1C0}" type="sibTrans" cxnId="{BC0C2B86-E16C-4EA3-83A4-B5886DC78FA4}">
      <dgm:prSet/>
      <dgm:spPr/>
      <dgm:t>
        <a:bodyPr/>
        <a:lstStyle/>
        <a:p>
          <a:endParaRPr lang="en-US"/>
        </a:p>
      </dgm:t>
    </dgm:pt>
    <dgm:pt modelId="{E88A9CC9-2A7E-470A-913D-173A2F4DE978}">
      <dgm:prSet/>
      <dgm:spPr/>
      <dgm:t>
        <a:bodyPr/>
        <a:lstStyle/>
        <a:p>
          <a:r>
            <a:rPr lang="en-US" dirty="0" smtClean="0"/>
            <a:t>Train, score and deploy model</a:t>
          </a:r>
          <a:endParaRPr lang="en-US" dirty="0"/>
        </a:p>
      </dgm:t>
    </dgm:pt>
    <dgm:pt modelId="{074A926F-85C7-4854-B109-842A9DF396A5}" type="parTrans" cxnId="{615E1341-0A86-4600-9ACA-E9F1E4D5A7FB}">
      <dgm:prSet/>
      <dgm:spPr/>
      <dgm:t>
        <a:bodyPr/>
        <a:lstStyle/>
        <a:p>
          <a:endParaRPr lang="en-US"/>
        </a:p>
      </dgm:t>
    </dgm:pt>
    <dgm:pt modelId="{2AED4FFD-2B6A-46BD-A541-C5E0B5B2B0F5}" type="sibTrans" cxnId="{615E1341-0A86-4600-9ACA-E9F1E4D5A7FB}">
      <dgm:prSet/>
      <dgm:spPr/>
      <dgm:t>
        <a:bodyPr/>
        <a:lstStyle/>
        <a:p>
          <a:endParaRPr lang="en-US"/>
        </a:p>
      </dgm:t>
    </dgm:pt>
    <dgm:pt modelId="{BD530DC9-52E6-43D4-A2E9-58044BD99353}" type="pres">
      <dgm:prSet presAssocID="{07C0CCA1-F36A-4915-920F-F676126C67AF}" presName="linearFlow" presStyleCnt="0">
        <dgm:presLayoutVars>
          <dgm:resizeHandles val="exact"/>
        </dgm:presLayoutVars>
      </dgm:prSet>
      <dgm:spPr/>
    </dgm:pt>
    <dgm:pt modelId="{DEFE4FF5-04C9-4B9B-B77C-468F92788C0E}" type="pres">
      <dgm:prSet presAssocID="{C9E0CEE6-4875-4FA9-8613-F4BF2D5B0FA0}" presName="node" presStyleLbl="node1" presStyleIdx="0" presStyleCnt="4" custScaleX="2096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7CC670-7D17-4BAA-A87D-4F2DD490FB71}" type="pres">
      <dgm:prSet presAssocID="{F149DF39-7990-4471-9014-910EFC781AD3}" presName="sibTrans" presStyleLbl="sibTrans2D1" presStyleIdx="0" presStyleCnt="3"/>
      <dgm:spPr/>
    </dgm:pt>
    <dgm:pt modelId="{576B7F5E-9937-44E6-8594-1E7B165313DD}" type="pres">
      <dgm:prSet presAssocID="{F149DF39-7990-4471-9014-910EFC781AD3}" presName="connectorText" presStyleLbl="sibTrans2D1" presStyleIdx="0" presStyleCnt="3"/>
      <dgm:spPr/>
    </dgm:pt>
    <dgm:pt modelId="{3982D656-E48D-42FD-A637-F4035B43BB6B}" type="pres">
      <dgm:prSet presAssocID="{2ED26991-475A-4D4B-AE17-F65A7B32FC98}" presName="node" presStyleLbl="node1" presStyleIdx="1" presStyleCnt="4" custScaleX="240511">
        <dgm:presLayoutVars>
          <dgm:bulletEnabled val="1"/>
        </dgm:presLayoutVars>
      </dgm:prSet>
      <dgm:spPr/>
    </dgm:pt>
    <dgm:pt modelId="{CE02D830-4506-422F-8B8B-D49BBB1C0EA3}" type="pres">
      <dgm:prSet presAssocID="{4FF1C23B-C48F-48F9-A085-D5C7E50F33A0}" presName="sibTrans" presStyleLbl="sibTrans2D1" presStyleIdx="1" presStyleCnt="3"/>
      <dgm:spPr/>
    </dgm:pt>
    <dgm:pt modelId="{B2CF056C-0738-45FB-A8C6-AA3394E79E06}" type="pres">
      <dgm:prSet presAssocID="{4FF1C23B-C48F-48F9-A085-D5C7E50F33A0}" presName="connectorText" presStyleLbl="sibTrans2D1" presStyleIdx="1" presStyleCnt="3"/>
      <dgm:spPr/>
    </dgm:pt>
    <dgm:pt modelId="{C69D63C0-42AD-4D31-A03B-90CE247FC2FC}" type="pres">
      <dgm:prSet presAssocID="{3E4BEAAD-E96F-4E59-96DB-5F0867FB437D}" presName="node" presStyleLbl="node1" presStyleIdx="2" presStyleCnt="4" custScaleX="272579">
        <dgm:presLayoutVars>
          <dgm:bulletEnabled val="1"/>
        </dgm:presLayoutVars>
      </dgm:prSet>
      <dgm:spPr/>
    </dgm:pt>
    <dgm:pt modelId="{9C031185-A589-4532-8C60-385E534F091D}" type="pres">
      <dgm:prSet presAssocID="{127F5DE8-C6D9-4D9D-A5DE-EB7A3D59F1C0}" presName="sibTrans" presStyleLbl="sibTrans2D1" presStyleIdx="2" presStyleCnt="3"/>
      <dgm:spPr/>
    </dgm:pt>
    <dgm:pt modelId="{020F385C-6F56-48FF-ACC1-C7B565F74CD7}" type="pres">
      <dgm:prSet presAssocID="{127F5DE8-C6D9-4D9D-A5DE-EB7A3D59F1C0}" presName="connectorText" presStyleLbl="sibTrans2D1" presStyleIdx="2" presStyleCnt="3"/>
      <dgm:spPr/>
    </dgm:pt>
    <dgm:pt modelId="{16D42A95-2B72-4318-A3AC-A94F7224C723}" type="pres">
      <dgm:prSet presAssocID="{E88A9CC9-2A7E-470A-913D-173A2F4DE978}" presName="node" presStyleLbl="node1" presStyleIdx="3" presStyleCnt="4" custScaleX="3221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DFB0869-53B0-4496-96A9-BEF9C3409FB5}" type="presOf" srcId="{3E4BEAAD-E96F-4E59-96DB-5F0867FB437D}" destId="{C69D63C0-42AD-4D31-A03B-90CE247FC2FC}" srcOrd="0" destOrd="0" presId="urn:microsoft.com/office/officeart/2005/8/layout/process2"/>
    <dgm:cxn modelId="{29E5DE6E-D1D4-465F-85F2-AFFFFCEEF1B5}" type="presOf" srcId="{07C0CCA1-F36A-4915-920F-F676126C67AF}" destId="{BD530DC9-52E6-43D4-A2E9-58044BD99353}" srcOrd="0" destOrd="0" presId="urn:microsoft.com/office/officeart/2005/8/layout/process2"/>
    <dgm:cxn modelId="{BC0C2B86-E16C-4EA3-83A4-B5886DC78FA4}" srcId="{07C0CCA1-F36A-4915-920F-F676126C67AF}" destId="{3E4BEAAD-E96F-4E59-96DB-5F0867FB437D}" srcOrd="2" destOrd="0" parTransId="{58D03903-D9CA-444D-AA17-46F102BF64CB}" sibTransId="{127F5DE8-C6D9-4D9D-A5DE-EB7A3D59F1C0}"/>
    <dgm:cxn modelId="{947D15E9-9333-4C0B-9097-2C6038560061}" type="presOf" srcId="{127F5DE8-C6D9-4D9D-A5DE-EB7A3D59F1C0}" destId="{9C031185-A589-4532-8C60-385E534F091D}" srcOrd="0" destOrd="0" presId="urn:microsoft.com/office/officeart/2005/8/layout/process2"/>
    <dgm:cxn modelId="{31D34F5E-0900-4268-8AEC-4C2198E5E7CD}" type="presOf" srcId="{F149DF39-7990-4471-9014-910EFC781AD3}" destId="{8B7CC670-7D17-4BAA-A87D-4F2DD490FB71}" srcOrd="0" destOrd="0" presId="urn:microsoft.com/office/officeart/2005/8/layout/process2"/>
    <dgm:cxn modelId="{4355BF34-FF38-4CB2-B48C-6099B4B4B6FC}" type="presOf" srcId="{4FF1C23B-C48F-48F9-A085-D5C7E50F33A0}" destId="{B2CF056C-0738-45FB-A8C6-AA3394E79E06}" srcOrd="1" destOrd="0" presId="urn:microsoft.com/office/officeart/2005/8/layout/process2"/>
    <dgm:cxn modelId="{03463F39-E48B-4E7C-A299-67D824EF3F3D}" type="presOf" srcId="{127F5DE8-C6D9-4D9D-A5DE-EB7A3D59F1C0}" destId="{020F385C-6F56-48FF-ACC1-C7B565F74CD7}" srcOrd="1" destOrd="0" presId="urn:microsoft.com/office/officeart/2005/8/layout/process2"/>
    <dgm:cxn modelId="{390A1458-675D-4819-AB92-C2E3E8A997E9}" type="presOf" srcId="{C9E0CEE6-4875-4FA9-8613-F4BF2D5B0FA0}" destId="{DEFE4FF5-04C9-4B9B-B77C-468F92788C0E}" srcOrd="0" destOrd="0" presId="urn:microsoft.com/office/officeart/2005/8/layout/process2"/>
    <dgm:cxn modelId="{F95A1122-3F49-4087-8881-990D18B7C5C3}" type="presOf" srcId="{F149DF39-7990-4471-9014-910EFC781AD3}" destId="{576B7F5E-9937-44E6-8594-1E7B165313DD}" srcOrd="1" destOrd="0" presId="urn:microsoft.com/office/officeart/2005/8/layout/process2"/>
    <dgm:cxn modelId="{BF1CF8F7-F054-44AD-AD53-C2C9801BB9DF}" srcId="{07C0CCA1-F36A-4915-920F-F676126C67AF}" destId="{C9E0CEE6-4875-4FA9-8613-F4BF2D5B0FA0}" srcOrd="0" destOrd="0" parTransId="{76123AAC-A075-4940-A07E-CA0B99FD3497}" sibTransId="{F149DF39-7990-4471-9014-910EFC781AD3}"/>
    <dgm:cxn modelId="{C25F058E-20A3-48A0-BB50-8D28197208E4}" type="presOf" srcId="{E88A9CC9-2A7E-470A-913D-173A2F4DE978}" destId="{16D42A95-2B72-4318-A3AC-A94F7224C723}" srcOrd="0" destOrd="0" presId="urn:microsoft.com/office/officeart/2005/8/layout/process2"/>
    <dgm:cxn modelId="{829BD768-3F81-4C34-83D4-5F1E96726084}" type="presOf" srcId="{2ED26991-475A-4D4B-AE17-F65A7B32FC98}" destId="{3982D656-E48D-42FD-A637-F4035B43BB6B}" srcOrd="0" destOrd="0" presId="urn:microsoft.com/office/officeart/2005/8/layout/process2"/>
    <dgm:cxn modelId="{615E1341-0A86-4600-9ACA-E9F1E4D5A7FB}" srcId="{07C0CCA1-F36A-4915-920F-F676126C67AF}" destId="{E88A9CC9-2A7E-470A-913D-173A2F4DE978}" srcOrd="3" destOrd="0" parTransId="{074A926F-85C7-4854-B109-842A9DF396A5}" sibTransId="{2AED4FFD-2B6A-46BD-A541-C5E0B5B2B0F5}"/>
    <dgm:cxn modelId="{E93FC4E0-8271-4315-8BEA-C4896BEA0C40}" srcId="{07C0CCA1-F36A-4915-920F-F676126C67AF}" destId="{2ED26991-475A-4D4B-AE17-F65A7B32FC98}" srcOrd="1" destOrd="0" parTransId="{5E4C6AD1-9D0F-48AE-B6E7-1C8EFD4DFEFD}" sibTransId="{4FF1C23B-C48F-48F9-A085-D5C7E50F33A0}"/>
    <dgm:cxn modelId="{07F304B8-64C9-4364-9AFA-9016AC84D32C}" type="presOf" srcId="{4FF1C23B-C48F-48F9-A085-D5C7E50F33A0}" destId="{CE02D830-4506-422F-8B8B-D49BBB1C0EA3}" srcOrd="0" destOrd="0" presId="urn:microsoft.com/office/officeart/2005/8/layout/process2"/>
    <dgm:cxn modelId="{15E4CFCB-21A5-4E15-8D7F-5795D131A4DC}" type="presParOf" srcId="{BD530DC9-52E6-43D4-A2E9-58044BD99353}" destId="{DEFE4FF5-04C9-4B9B-B77C-468F92788C0E}" srcOrd="0" destOrd="0" presId="urn:microsoft.com/office/officeart/2005/8/layout/process2"/>
    <dgm:cxn modelId="{DE38EC1C-2D32-4E2C-A7E2-C50223DCAFC0}" type="presParOf" srcId="{BD530DC9-52E6-43D4-A2E9-58044BD99353}" destId="{8B7CC670-7D17-4BAA-A87D-4F2DD490FB71}" srcOrd="1" destOrd="0" presId="urn:microsoft.com/office/officeart/2005/8/layout/process2"/>
    <dgm:cxn modelId="{22A7A75D-27B2-437A-B5BC-7B648C35266C}" type="presParOf" srcId="{8B7CC670-7D17-4BAA-A87D-4F2DD490FB71}" destId="{576B7F5E-9937-44E6-8594-1E7B165313DD}" srcOrd="0" destOrd="0" presId="urn:microsoft.com/office/officeart/2005/8/layout/process2"/>
    <dgm:cxn modelId="{CF3064C8-0BCB-4114-9247-726B11B02F2C}" type="presParOf" srcId="{BD530DC9-52E6-43D4-A2E9-58044BD99353}" destId="{3982D656-E48D-42FD-A637-F4035B43BB6B}" srcOrd="2" destOrd="0" presId="urn:microsoft.com/office/officeart/2005/8/layout/process2"/>
    <dgm:cxn modelId="{8BD82FD8-3678-4564-8DBB-92092B57849D}" type="presParOf" srcId="{BD530DC9-52E6-43D4-A2E9-58044BD99353}" destId="{CE02D830-4506-422F-8B8B-D49BBB1C0EA3}" srcOrd="3" destOrd="0" presId="urn:microsoft.com/office/officeart/2005/8/layout/process2"/>
    <dgm:cxn modelId="{5C106A25-C9CB-4C0A-B181-346379EEBB83}" type="presParOf" srcId="{CE02D830-4506-422F-8B8B-D49BBB1C0EA3}" destId="{B2CF056C-0738-45FB-A8C6-AA3394E79E06}" srcOrd="0" destOrd="0" presId="urn:microsoft.com/office/officeart/2005/8/layout/process2"/>
    <dgm:cxn modelId="{7BDC97AE-B0E5-4D3F-800E-258B82C9BC4D}" type="presParOf" srcId="{BD530DC9-52E6-43D4-A2E9-58044BD99353}" destId="{C69D63C0-42AD-4D31-A03B-90CE247FC2FC}" srcOrd="4" destOrd="0" presId="urn:microsoft.com/office/officeart/2005/8/layout/process2"/>
    <dgm:cxn modelId="{D7AE21E7-E040-474D-A155-182DB5F3AA2B}" type="presParOf" srcId="{BD530DC9-52E6-43D4-A2E9-58044BD99353}" destId="{9C031185-A589-4532-8C60-385E534F091D}" srcOrd="5" destOrd="0" presId="urn:microsoft.com/office/officeart/2005/8/layout/process2"/>
    <dgm:cxn modelId="{AAF45FCB-779E-4350-BCC0-658EC273F312}" type="presParOf" srcId="{9C031185-A589-4532-8C60-385E534F091D}" destId="{020F385C-6F56-48FF-ACC1-C7B565F74CD7}" srcOrd="0" destOrd="0" presId="urn:microsoft.com/office/officeart/2005/8/layout/process2"/>
    <dgm:cxn modelId="{933CEA6C-CD9F-4A42-8BA1-C4BA90DFD9AD}" type="presParOf" srcId="{BD530DC9-52E6-43D4-A2E9-58044BD99353}" destId="{16D42A95-2B72-4318-A3AC-A94F7224C723}" srcOrd="6" destOrd="0" presId="urn:microsoft.com/office/officeart/2005/8/layout/process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988398"/>
            <a:ext cx="11658600" cy="137202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627120"/>
            <a:ext cx="9601200" cy="16357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4113107"/>
            <a:ext cx="11658600" cy="127127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2712933"/>
            <a:ext cx="11658600" cy="1400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93521"/>
            <a:ext cx="605790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72300" y="1493521"/>
            <a:ext cx="605790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2" y="1432772"/>
            <a:ext cx="6060282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2029883"/>
            <a:ext cx="6060282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40" y="1432772"/>
            <a:ext cx="6062663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40" y="2029883"/>
            <a:ext cx="6062663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254847"/>
            <a:ext cx="4512470" cy="10845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6" y="254848"/>
            <a:ext cx="7667627" cy="54629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1339428"/>
            <a:ext cx="4512470" cy="43783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4480561"/>
            <a:ext cx="8229600" cy="5289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571923"/>
            <a:ext cx="8229600" cy="38404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5009516"/>
            <a:ext cx="8229600" cy="751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4100" y="256330"/>
            <a:ext cx="3086100" cy="54614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56330"/>
            <a:ext cx="9029700" cy="54614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56329"/>
            <a:ext cx="123444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93521"/>
            <a:ext cx="12344400" cy="422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5932595"/>
            <a:ext cx="3200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C8CA0-03E5-47F1-8605-DEED01365847}" type="datetimeFigureOut">
              <a:rPr lang="en-US" smtClean="0"/>
              <a:t>8/19/2021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6300" y="5932595"/>
            <a:ext cx="4343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5932595"/>
            <a:ext cx="3200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446D4-BE69-46DA-991E-4B71FAC759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</a:p>
          <a:p>
            <a:r>
              <a:rPr lang="en-US" dirty="0" smtClean="0"/>
              <a:t>Amrita </a:t>
            </a:r>
            <a:r>
              <a:rPr lang="en-US" dirty="0" err="1" smtClean="0"/>
              <a:t>Helwade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Interaction between computers and human or natural language</a:t>
            </a:r>
          </a:p>
          <a:p>
            <a:r>
              <a:rPr lang="en-US" dirty="0" smtClean="0"/>
              <a:t>Process the naturally written or spoken text by analyzing, processing and deriving information.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Natural language?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Text classification</a:t>
            </a:r>
          </a:p>
          <a:p>
            <a:pPr lvl="1"/>
            <a:r>
              <a:rPr lang="en-US" dirty="0" smtClean="0"/>
              <a:t>Automatic Translation</a:t>
            </a:r>
          </a:p>
          <a:p>
            <a:pPr lvl="1"/>
            <a:r>
              <a:rPr lang="en-US" dirty="0" smtClean="0"/>
              <a:t>Spam filters</a:t>
            </a:r>
          </a:p>
          <a:p>
            <a:pPr lvl="1"/>
            <a:r>
              <a:rPr lang="en-US" dirty="0" smtClean="0"/>
              <a:t>Sentiment analysis</a:t>
            </a:r>
          </a:p>
          <a:p>
            <a:pPr lvl="1"/>
            <a:r>
              <a:rPr lang="en-US" dirty="0" smtClean="0"/>
              <a:t>Customer/Service request classification</a:t>
            </a:r>
          </a:p>
          <a:p>
            <a:r>
              <a:rPr lang="en-US" dirty="0" smtClean="0"/>
              <a:t>Automatic translation</a:t>
            </a:r>
          </a:p>
          <a:p>
            <a:r>
              <a:rPr lang="en-US" dirty="0" smtClean="0"/>
              <a:t>Speech recognition: Call center application</a:t>
            </a:r>
          </a:p>
          <a:p>
            <a:r>
              <a:rPr lang="en-US" dirty="0" smtClean="0"/>
              <a:t>Text Generations or Dialogs in AI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text Analytics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493838"/>
          <a:ext cx="12344400" cy="4224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Noise Removal:</a:t>
            </a:r>
          </a:p>
          <a:p>
            <a:pPr lvl="1"/>
            <a:r>
              <a:rPr lang="en-US" dirty="0" smtClean="0"/>
              <a:t>Stop words</a:t>
            </a:r>
          </a:p>
          <a:p>
            <a:pPr lvl="1"/>
            <a:r>
              <a:rPr lang="en-US" dirty="0" smtClean="0"/>
              <a:t>Normalize  case</a:t>
            </a:r>
          </a:p>
          <a:p>
            <a:pPr lvl="1"/>
            <a:r>
              <a:rPr lang="en-US" dirty="0" smtClean="0"/>
              <a:t>Numbers</a:t>
            </a:r>
          </a:p>
          <a:p>
            <a:pPr lvl="1"/>
            <a:r>
              <a:rPr lang="en-US" dirty="0" smtClean="0"/>
              <a:t>Special characters</a:t>
            </a:r>
          </a:p>
          <a:p>
            <a:pPr lvl="1"/>
            <a:r>
              <a:rPr lang="en-US" dirty="0" smtClean="0"/>
              <a:t>Duplicate characters</a:t>
            </a:r>
          </a:p>
          <a:p>
            <a:pPr lvl="1"/>
            <a:r>
              <a:rPr lang="en-US" dirty="0" smtClean="0"/>
              <a:t>Email, URLs, </a:t>
            </a:r>
            <a:r>
              <a:rPr lang="en-US" dirty="0" err="1" smtClean="0"/>
              <a:t>Slashses</a:t>
            </a:r>
            <a:endParaRPr lang="en-US" dirty="0" smtClean="0"/>
          </a:p>
          <a:p>
            <a:r>
              <a:rPr lang="en-US" dirty="0" smtClean="0"/>
              <a:t>Lemmatization:</a:t>
            </a:r>
          </a:p>
          <a:p>
            <a:pPr lvl="1"/>
            <a:r>
              <a:rPr lang="en-US" dirty="0" smtClean="0"/>
              <a:t>Generating dictionary form</a:t>
            </a:r>
          </a:p>
          <a:p>
            <a:pPr lvl="1"/>
            <a:r>
              <a:rPr lang="en-US" dirty="0" smtClean="0"/>
              <a:t>Sentence separation</a:t>
            </a:r>
          </a:p>
          <a:p>
            <a:pPr lvl="1"/>
            <a:r>
              <a:rPr lang="en-US" dirty="0" smtClean="0"/>
              <a:t>Tokenization</a:t>
            </a:r>
          </a:p>
          <a:p>
            <a:pPr lvl="1"/>
            <a:r>
              <a:rPr lang="en-US" dirty="0" smtClean="0"/>
              <a:t>Part of speech Identification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Noise Removal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NLP noise are:</a:t>
            </a:r>
          </a:p>
          <a:p>
            <a:r>
              <a:rPr lang="en-US" dirty="0" smtClean="0"/>
              <a:t>Stop words</a:t>
            </a:r>
          </a:p>
          <a:p>
            <a:r>
              <a:rPr lang="en-US" dirty="0" smtClean="0"/>
              <a:t>Normalize case</a:t>
            </a:r>
          </a:p>
          <a:p>
            <a:r>
              <a:rPr lang="en-US" dirty="0" smtClean="0"/>
              <a:t>Number</a:t>
            </a:r>
          </a:p>
          <a:p>
            <a:r>
              <a:rPr lang="en-US" dirty="0" smtClean="0"/>
              <a:t>Special Characters</a:t>
            </a:r>
          </a:p>
          <a:p>
            <a:r>
              <a:rPr lang="en-US" dirty="0" smtClean="0"/>
              <a:t>Duplicate characters</a:t>
            </a:r>
          </a:p>
          <a:p>
            <a:pPr>
              <a:buNone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Stop 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Stop word are words like:</a:t>
            </a:r>
          </a:p>
          <a:p>
            <a:r>
              <a:rPr lang="en-US" dirty="0" smtClean="0"/>
              <a:t>A, an, the, has, is,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the characters has been converted to lower case.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Special characters like:</a:t>
            </a:r>
          </a:p>
          <a:p>
            <a:pPr lvl="1"/>
            <a:r>
              <a:rPr lang="en-US" dirty="0" smtClean="0"/>
              <a:t>@,#,$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data Feature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Bag of words</a:t>
            </a:r>
          </a:p>
          <a:p>
            <a:r>
              <a:rPr lang="en-US" dirty="0" smtClean="0"/>
              <a:t>N-gram model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Bag of 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dirty="0" smtClean="0"/>
              <a:t>Contiguous sequence of n – items from given sample of text or speech</a:t>
            </a:r>
          </a:p>
          <a:p>
            <a:r>
              <a:rPr lang="en-US" dirty="0" smtClean="0"/>
              <a:t>Probabilistic model to predict the nth word from n-1 words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e.g. Heat olive oil in a pan on medium heat. Keep boiled pasta of your choice ready.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 smtClean="0"/>
              <a:t>Bi-gram model:</a:t>
            </a:r>
          </a:p>
          <a:p>
            <a:pPr lvl="1"/>
            <a:r>
              <a:rPr lang="en-US" dirty="0" smtClean="0"/>
              <a:t>Heat olive</a:t>
            </a:r>
          </a:p>
          <a:p>
            <a:pPr lvl="1"/>
            <a:r>
              <a:rPr lang="en-US" dirty="0" smtClean="0"/>
              <a:t>Olive oil</a:t>
            </a:r>
          </a:p>
          <a:p>
            <a:pPr lvl="1"/>
            <a:r>
              <a:rPr lang="en-US" dirty="0" smtClean="0"/>
              <a:t>Oil in</a:t>
            </a:r>
          </a:p>
          <a:p>
            <a:pPr lvl="1"/>
            <a:r>
              <a:rPr lang="en-US" dirty="0" smtClean="0"/>
              <a:t>In pan</a:t>
            </a:r>
          </a:p>
          <a:p>
            <a:pPr lvl="1"/>
            <a:r>
              <a:rPr lang="en-US" dirty="0" smtClean="0"/>
              <a:t>Pan on</a:t>
            </a:r>
          </a:p>
          <a:p>
            <a:pPr lvl="1"/>
            <a:r>
              <a:rPr lang="en-US" dirty="0" smtClean="0"/>
              <a:t>On medium</a:t>
            </a:r>
          </a:p>
          <a:p>
            <a:pPr lvl="1"/>
            <a:r>
              <a:rPr lang="en-US" dirty="0" smtClean="0"/>
              <a:t>Medium heat</a:t>
            </a:r>
          </a:p>
          <a:p>
            <a:r>
              <a:rPr lang="en-US" dirty="0" smtClean="0"/>
              <a:t>Tri-gram model</a:t>
            </a:r>
          </a:p>
          <a:p>
            <a:pPr lvl="1"/>
            <a:r>
              <a:rPr lang="en-US" dirty="0" smtClean="0"/>
              <a:t>Heat olive oil</a:t>
            </a:r>
          </a:p>
          <a:p>
            <a:pPr lvl="1"/>
            <a:r>
              <a:rPr lang="en-US" dirty="0" smtClean="0"/>
              <a:t>Olive oil in</a:t>
            </a:r>
          </a:p>
          <a:p>
            <a:pPr lvl="1"/>
            <a:r>
              <a:rPr lang="en-US" dirty="0" smtClean="0"/>
              <a:t>Oil in pan</a:t>
            </a:r>
          </a:p>
          <a:p>
            <a:pPr lvl="1"/>
            <a:r>
              <a:rPr lang="en-US" dirty="0" smtClean="0"/>
              <a:t>In pan on</a:t>
            </a:r>
          </a:p>
          <a:p>
            <a:pPr lvl="1"/>
            <a:r>
              <a:rPr lang="en-US" dirty="0" smtClean="0"/>
              <a:t>Pan on medium</a:t>
            </a:r>
          </a:p>
          <a:p>
            <a:pPr lvl="1"/>
            <a:r>
              <a:rPr lang="en-US" dirty="0" smtClean="0"/>
              <a:t>On medium heat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n-Gram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Auto-correct spelling of words</a:t>
            </a:r>
          </a:p>
          <a:p>
            <a:r>
              <a:rPr lang="en-US" dirty="0" smtClean="0"/>
              <a:t>Auto-suggestion of words</a:t>
            </a:r>
          </a:p>
          <a:p>
            <a:r>
              <a:rPr lang="en-US" dirty="0" smtClean="0"/>
              <a:t>Optical character recognition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Problems with bag of words or n-gram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Curse of dimensionality</a:t>
            </a:r>
          </a:p>
          <a:p>
            <a:r>
              <a:rPr lang="en-US" smtClean="0"/>
              <a:t>Semantic relation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265</Words>
  <Application>Microsoft Office PowerPoint</Application>
  <PresentationFormat>Custom</PresentationFormat>
  <Paragraphs>81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Natural Language Processing</vt:lpstr>
      <vt:lpstr>Natural Language Processing</vt:lpstr>
      <vt:lpstr>Why Natural language?</vt:lpstr>
      <vt:lpstr>Steps for text Analytics</vt:lpstr>
      <vt:lpstr>Text Preprocessing</vt:lpstr>
      <vt:lpstr>Noise Removal</vt:lpstr>
      <vt:lpstr>Stop words</vt:lpstr>
      <vt:lpstr>Normalize case</vt:lpstr>
      <vt:lpstr>Special characters</vt:lpstr>
      <vt:lpstr>Text data Feature engineering</vt:lpstr>
      <vt:lpstr>Bag of words</vt:lpstr>
      <vt:lpstr>Slide 12</vt:lpstr>
      <vt:lpstr>N-Gram</vt:lpstr>
      <vt:lpstr>Slide 14</vt:lpstr>
      <vt:lpstr>Application of n-Gram model</vt:lpstr>
      <vt:lpstr>Problems with bag of words or n-gram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creator>Amrita</dc:creator>
  <cp:lastModifiedBy>Amrita</cp:lastModifiedBy>
  <cp:revision>7</cp:revision>
  <dcterms:created xsi:type="dcterms:W3CDTF">2021-08-19T05:30:51Z</dcterms:created>
  <dcterms:modified xsi:type="dcterms:W3CDTF">2021-08-19T12:25:53Z</dcterms:modified>
</cp:coreProperties>
</file>