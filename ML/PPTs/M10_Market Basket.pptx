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4" r:id="rId3"/>
  </p:sldMasterIdLst>
  <p:notesMasterIdLst>
    <p:notesMasterId r:id="rId25"/>
  </p:notesMasterIdLst>
  <p:handoutMasterIdLst>
    <p:handoutMasterId r:id="rId26"/>
  </p:handoutMasterIdLst>
  <p:sldIdLst>
    <p:sldId id="259" r:id="rId4"/>
    <p:sldId id="258" r:id="rId5"/>
    <p:sldId id="265" r:id="rId6"/>
    <p:sldId id="261" r:id="rId7"/>
    <p:sldId id="262" r:id="rId8"/>
    <p:sldId id="278" r:id="rId9"/>
    <p:sldId id="279" r:id="rId10"/>
    <p:sldId id="280" r:id="rId11"/>
    <p:sldId id="281" r:id="rId12"/>
    <p:sldId id="282" r:id="rId13"/>
    <p:sldId id="283" r:id="rId14"/>
    <p:sldId id="284" r:id="rId15"/>
    <p:sldId id="285" r:id="rId16"/>
    <p:sldId id="264" r:id="rId17"/>
    <p:sldId id="266" r:id="rId18"/>
    <p:sldId id="267" r:id="rId19"/>
    <p:sldId id="275" r:id="rId20"/>
    <p:sldId id="269" r:id="rId21"/>
    <p:sldId id="270" r:id="rId22"/>
    <p:sldId id="272" r:id="rId23"/>
    <p:sldId id="27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96"/>
      </p:cViewPr>
      <p:guideLst/>
    </p:cSldViewPr>
  </p:slideViewPr>
  <p:notesTextViewPr>
    <p:cViewPr>
      <p:scale>
        <a:sx n="1" d="1"/>
        <a:sy n="1" d="1"/>
      </p:scale>
      <p:origin x="0" y="0"/>
    </p:cViewPr>
  </p:notesTextViewPr>
  <p:notesViewPr>
    <p:cSldViewPr snapToGrid="0">
      <p:cViewPr varScale="1">
        <p:scale>
          <a:sx n="55" d="100"/>
          <a:sy n="55" d="100"/>
        </p:scale>
        <p:origin x="288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086A391-BDF7-69A8-145D-24894E83554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4886BEFD-4258-ADE9-4091-A51745DC728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C8D7068-2423-417F-9ED1-58A6D566DCF1}" type="datetimeFigureOut">
              <a:rPr lang="en-IN" smtClean="0"/>
              <a:t>21-11-2023</a:t>
            </a:fld>
            <a:endParaRPr lang="en-IN"/>
          </a:p>
        </p:txBody>
      </p:sp>
      <p:sp>
        <p:nvSpPr>
          <p:cNvPr id="4" name="Footer Placeholder 3">
            <a:extLst>
              <a:ext uri="{FF2B5EF4-FFF2-40B4-BE49-F238E27FC236}">
                <a16:creationId xmlns:a16="http://schemas.microsoft.com/office/drawing/2014/main" id="{EDAB6A4B-E9EE-A338-B879-E1BEB520F9F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B928C19B-E474-6CCD-88A2-85A0775BFB6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3D48100-83E6-4FDC-B1E8-43E136D62A3C}" type="slidenum">
              <a:rPr lang="en-IN" smtClean="0"/>
              <a:t>‹#›</a:t>
            </a:fld>
            <a:endParaRPr lang="en-IN"/>
          </a:p>
        </p:txBody>
      </p:sp>
    </p:spTree>
    <p:extLst>
      <p:ext uri="{BB962C8B-B14F-4D97-AF65-F5344CB8AC3E}">
        <p14:creationId xmlns:p14="http://schemas.microsoft.com/office/powerpoint/2010/main" val="4148806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D44C56-F78E-4DFC-AD85-FDFC9FC531E6}" type="datetimeFigureOut">
              <a:rPr lang="en-IN" smtClean="0"/>
              <a:t>21-11-2023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DB7B0E-A65E-4A5E-9815-5B0105EB4A22}" type="slidenum">
              <a:rPr lang="en-IN" smtClean="0"/>
              <a:t>‹#›</a:t>
            </a:fld>
            <a:endParaRPr lang="en-IN"/>
          </a:p>
        </p:txBody>
      </p:sp>
    </p:spTree>
    <p:extLst>
      <p:ext uri="{BB962C8B-B14F-4D97-AF65-F5344CB8AC3E}">
        <p14:creationId xmlns:p14="http://schemas.microsoft.com/office/powerpoint/2010/main" val="22804155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174F797-D0C9-4CC8-A782-47AF8FE2512F}" type="slidenum">
              <a:rPr lang="en-US" smtClean="0">
                <a:solidFill>
                  <a:prstClr val="black"/>
                </a:solidFill>
              </a:rPr>
              <a:pPr/>
              <a:t>1</a:t>
            </a:fld>
            <a:endParaRPr lang="en-US" dirty="0">
              <a:solidFill>
                <a:prstClr val="black"/>
              </a:solidFill>
            </a:endParaRPr>
          </a:p>
        </p:txBody>
      </p:sp>
    </p:spTree>
    <p:extLst>
      <p:ext uri="{BB962C8B-B14F-4D97-AF65-F5344CB8AC3E}">
        <p14:creationId xmlns:p14="http://schemas.microsoft.com/office/powerpoint/2010/main" val="23120007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55083"/>
            <a:ext cx="1221251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28601" y="758952"/>
            <a:ext cx="10927081"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dirty="0"/>
              <a:t>Click to edit Master title style</a:t>
            </a:r>
          </a:p>
        </p:txBody>
      </p:sp>
      <p:sp>
        <p:nvSpPr>
          <p:cNvPr id="3" name="Subtitle 2"/>
          <p:cNvSpPr>
            <a:spLocks noGrp="1"/>
          </p:cNvSpPr>
          <p:nvPr>
            <p:ph type="subTitle" idx="1"/>
          </p:nvPr>
        </p:nvSpPr>
        <p:spPr>
          <a:xfrm>
            <a:off x="228601" y="4455620"/>
            <a:ext cx="10927081" cy="1640380"/>
          </a:xfrm>
        </p:spPr>
        <p:txBody>
          <a:bodyPr lIns="91440" rIns="91440">
            <a:normAutofit/>
          </a:bodyPr>
          <a:lstStyle>
            <a:lvl1pPr marL="0" indent="0" algn="l">
              <a:buNone/>
              <a:defRPr sz="2400" cap="all" spc="201" baseline="0">
                <a:solidFill>
                  <a:schemeClr val="tx2"/>
                </a:solidFill>
                <a:latin typeface="+mj-lt"/>
              </a:defRPr>
            </a:lvl1pPr>
            <a:lvl2pPr marL="457211" indent="0" algn="ctr">
              <a:buNone/>
              <a:defRPr sz="2400"/>
            </a:lvl2pPr>
            <a:lvl3pPr marL="914423" indent="0" algn="ctr">
              <a:buNone/>
              <a:defRPr sz="2400"/>
            </a:lvl3pPr>
            <a:lvl4pPr marL="1371634" indent="0" algn="ctr">
              <a:buNone/>
              <a:defRPr sz="2000"/>
            </a:lvl4pPr>
            <a:lvl5pPr marL="1828846" indent="0" algn="ctr">
              <a:buNone/>
              <a:defRPr sz="2000"/>
            </a:lvl5pPr>
            <a:lvl6pPr marL="2286057" indent="0" algn="ctr">
              <a:buNone/>
              <a:defRPr sz="2000"/>
            </a:lvl6pPr>
            <a:lvl7pPr marL="2743269" indent="0" algn="ctr">
              <a:buNone/>
              <a:defRPr sz="2000"/>
            </a:lvl7pPr>
            <a:lvl8pPr marL="3200480" indent="0" algn="ctr">
              <a:buNone/>
              <a:defRPr sz="2000"/>
            </a:lvl8pPr>
            <a:lvl9pPr marL="3657691"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2700869" y="6424288"/>
            <a:ext cx="3699931" cy="365125"/>
          </a:xfrm>
        </p:spPr>
        <p:txBody>
          <a:bodyPr/>
          <a:lstStyle>
            <a:lvl1pPr>
              <a:defRPr sz="1001" b="1">
                <a:solidFill>
                  <a:schemeClr val="tx2">
                    <a:lumMod val="50000"/>
                  </a:schemeClr>
                </a:solidFill>
              </a:defRPr>
            </a:lvl1pPr>
          </a:lstStyle>
          <a:p>
            <a:endParaRPr lang="en-US" dirty="0">
              <a:solidFill>
                <a:srgbClr val="242852">
                  <a:lumMod val="50000"/>
                </a:srgbClr>
              </a:solidFill>
            </a:endParaRPr>
          </a:p>
        </p:txBody>
      </p:sp>
      <p:sp>
        <p:nvSpPr>
          <p:cNvPr id="6" name="Slide Number Placeholder 5"/>
          <p:cNvSpPr>
            <a:spLocks noGrp="1"/>
          </p:cNvSpPr>
          <p:nvPr>
            <p:ph type="sldNum" sz="quarter" idx="12"/>
          </p:nvPr>
        </p:nvSpPr>
        <p:spPr/>
        <p:txBody>
          <a:bodyPr/>
          <a:lstStyle/>
          <a:p>
            <a:fld id="{FA088B27-51EA-43CF-84BE-213EAFDFD34D}" type="slidenum">
              <a:rPr lang="en-US" smtClean="0"/>
              <a:pPr/>
              <a:t>‹#›</a:t>
            </a:fld>
            <a:endParaRPr lang="en-US" dirty="0"/>
          </a:p>
        </p:txBody>
      </p:sp>
      <p:cxnSp>
        <p:nvCxnSpPr>
          <p:cNvPr id="9" name="Straight Connector 8"/>
          <p:cNvCxnSpPr/>
          <p:nvPr/>
        </p:nvCxnSpPr>
        <p:spPr>
          <a:xfrm>
            <a:off x="228600" y="4325112"/>
            <a:ext cx="10854579" cy="18288"/>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4580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1885" y="155590"/>
            <a:ext cx="11003280" cy="856395"/>
          </a:xfrm>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a:xfrm>
            <a:off x="131886" y="1447800"/>
            <a:ext cx="11896761" cy="449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lvl1pPr>
              <a:defRPr b="1">
                <a:solidFill>
                  <a:schemeClr val="tx2">
                    <a:lumMod val="50000"/>
                  </a:schemeClr>
                </a:solidFill>
              </a:defRPr>
            </a:lvl1pPr>
          </a:lstStyle>
          <a:p>
            <a:endParaRPr lang="en-US" dirty="0">
              <a:solidFill>
                <a:srgbClr val="242852">
                  <a:lumMod val="50000"/>
                </a:srgbClr>
              </a:solidFill>
            </a:endParaRPr>
          </a:p>
        </p:txBody>
      </p:sp>
      <p:sp>
        <p:nvSpPr>
          <p:cNvPr id="6" name="Slide Number Placeholder 5"/>
          <p:cNvSpPr>
            <a:spLocks noGrp="1"/>
          </p:cNvSpPr>
          <p:nvPr>
            <p:ph type="sldNum" sz="quarter" idx="12"/>
          </p:nvPr>
        </p:nvSpPr>
        <p:spPr/>
        <p:txBody>
          <a:bodyPr/>
          <a:lstStyle/>
          <a:p>
            <a:fld id="{FA088B27-51EA-43CF-84BE-213EAFDFD34D}" type="slidenum">
              <a:rPr lang="en-US" smtClean="0"/>
              <a:pPr/>
              <a:t>‹#›</a:t>
            </a:fld>
            <a:endParaRPr lang="en-US"/>
          </a:p>
        </p:txBody>
      </p:sp>
    </p:spTree>
    <p:extLst>
      <p:ext uri="{BB962C8B-B14F-4D97-AF65-F5344CB8AC3E}">
        <p14:creationId xmlns:p14="http://schemas.microsoft.com/office/powerpoint/2010/main" val="4041389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28601" y="150742"/>
            <a:ext cx="10927081" cy="417437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228601" y="4453128"/>
            <a:ext cx="10927081" cy="1719072"/>
          </a:xfrm>
        </p:spPr>
        <p:txBody>
          <a:bodyPr lIns="91440" rIns="91440" anchor="t" anchorCtr="0">
            <a:normAutofit/>
          </a:bodyPr>
          <a:lstStyle>
            <a:lvl1pPr marL="0" indent="0">
              <a:buNone/>
              <a:defRPr sz="2400" cap="all" spc="201" baseline="0">
                <a:solidFill>
                  <a:schemeClr val="tx2"/>
                </a:solidFill>
                <a:latin typeface="+mj-lt"/>
              </a:defRPr>
            </a:lvl1pPr>
            <a:lvl2pPr marL="457211" indent="0">
              <a:buNone/>
              <a:defRPr sz="1801">
                <a:solidFill>
                  <a:schemeClr val="tx1">
                    <a:tint val="75000"/>
                  </a:schemeClr>
                </a:solidFill>
              </a:defRPr>
            </a:lvl2pPr>
            <a:lvl3pPr marL="914423" indent="0">
              <a:buNone/>
              <a:defRPr sz="1600">
                <a:solidFill>
                  <a:schemeClr val="tx1">
                    <a:tint val="75000"/>
                  </a:schemeClr>
                </a:solidFill>
              </a:defRPr>
            </a:lvl3pPr>
            <a:lvl4pPr marL="1371634" indent="0">
              <a:buNone/>
              <a:defRPr sz="1401">
                <a:solidFill>
                  <a:schemeClr val="tx1">
                    <a:tint val="75000"/>
                  </a:schemeClr>
                </a:solidFill>
              </a:defRPr>
            </a:lvl4pPr>
            <a:lvl5pPr marL="1828846" indent="0">
              <a:buNone/>
              <a:defRPr sz="1401">
                <a:solidFill>
                  <a:schemeClr val="tx1">
                    <a:tint val="75000"/>
                  </a:schemeClr>
                </a:solidFill>
              </a:defRPr>
            </a:lvl5pPr>
            <a:lvl6pPr marL="2286057" indent="0">
              <a:buNone/>
              <a:defRPr sz="1401">
                <a:solidFill>
                  <a:schemeClr val="tx1">
                    <a:tint val="75000"/>
                  </a:schemeClr>
                </a:solidFill>
              </a:defRPr>
            </a:lvl6pPr>
            <a:lvl7pPr marL="2743269" indent="0">
              <a:buNone/>
              <a:defRPr sz="1401">
                <a:solidFill>
                  <a:schemeClr val="tx1">
                    <a:tint val="75000"/>
                  </a:schemeClr>
                </a:solidFill>
              </a:defRPr>
            </a:lvl7pPr>
            <a:lvl8pPr marL="3200480" indent="0">
              <a:buNone/>
              <a:defRPr sz="1401">
                <a:solidFill>
                  <a:schemeClr val="tx1">
                    <a:tint val="75000"/>
                  </a:schemeClr>
                </a:solidFill>
              </a:defRPr>
            </a:lvl8pPr>
            <a:lvl9pPr marL="3657691" indent="0">
              <a:buNone/>
              <a:defRPr sz="1401">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solidFill>
                <a:srgbClr val="242852">
                  <a:lumMod val="75000"/>
                </a:srgbClr>
              </a:solidFill>
            </a:endParaRPr>
          </a:p>
        </p:txBody>
      </p:sp>
      <p:sp>
        <p:nvSpPr>
          <p:cNvPr id="6" name="Slide Number Placeholder 5"/>
          <p:cNvSpPr>
            <a:spLocks noGrp="1"/>
          </p:cNvSpPr>
          <p:nvPr>
            <p:ph type="sldNum" sz="quarter" idx="12"/>
          </p:nvPr>
        </p:nvSpPr>
        <p:spPr/>
        <p:txBody>
          <a:bodyPr/>
          <a:lstStyle/>
          <a:p>
            <a:fld id="{FA088B27-51EA-43CF-84BE-213EAFDFD34D}" type="slidenum">
              <a:rPr lang="en-US" smtClean="0"/>
              <a:pPr/>
              <a:t>‹#›</a:t>
            </a:fld>
            <a:endParaRPr lang="en-US"/>
          </a:p>
        </p:txBody>
      </p:sp>
      <p:cxnSp>
        <p:nvCxnSpPr>
          <p:cNvPr id="9" name="Straight Connector 8"/>
          <p:cNvCxnSpPr/>
          <p:nvPr/>
        </p:nvCxnSpPr>
        <p:spPr>
          <a:xfrm>
            <a:off x="228600" y="4325112"/>
            <a:ext cx="10854579" cy="18288"/>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4306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52400" y="150743"/>
            <a:ext cx="11003280" cy="86124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52402" y="1295399"/>
            <a:ext cx="5882639" cy="487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295400"/>
            <a:ext cx="5856447" cy="487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dirty="0">
              <a:solidFill>
                <a:srgbClr val="242852">
                  <a:lumMod val="75000"/>
                </a:srgbClr>
              </a:solidFill>
            </a:endParaRPr>
          </a:p>
        </p:txBody>
      </p:sp>
      <p:sp>
        <p:nvSpPr>
          <p:cNvPr id="7" name="Slide Number Placeholder 6"/>
          <p:cNvSpPr>
            <a:spLocks noGrp="1"/>
          </p:cNvSpPr>
          <p:nvPr>
            <p:ph type="sldNum" sz="quarter" idx="12"/>
          </p:nvPr>
        </p:nvSpPr>
        <p:spPr/>
        <p:txBody>
          <a:bodyPr/>
          <a:lstStyle/>
          <a:p>
            <a:fld id="{FA088B27-51EA-43CF-84BE-213EAFDFD34D}" type="slidenum">
              <a:rPr lang="en-US" smtClean="0"/>
              <a:pPr/>
              <a:t>‹#›</a:t>
            </a:fld>
            <a:endParaRPr lang="en-US"/>
          </a:p>
        </p:txBody>
      </p:sp>
    </p:spTree>
    <p:extLst>
      <p:ext uri="{BB962C8B-B14F-4D97-AF65-F5344CB8AC3E}">
        <p14:creationId xmlns:p14="http://schemas.microsoft.com/office/powerpoint/2010/main" val="2139627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228601" y="150742"/>
            <a:ext cx="10927081" cy="861242"/>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8601" y="1143000"/>
            <a:ext cx="5806441" cy="703052"/>
          </a:xfrm>
        </p:spPr>
        <p:txBody>
          <a:bodyPr lIns="91440" rIns="91440" anchor="ctr">
            <a:normAutofit/>
          </a:bodyPr>
          <a:lstStyle>
            <a:lvl1pPr marL="0" indent="0">
              <a:buNone/>
              <a:defRPr sz="2000" b="0" cap="all" baseline="0">
                <a:solidFill>
                  <a:schemeClr val="tx2"/>
                </a:solidFill>
              </a:defRPr>
            </a:lvl1pPr>
            <a:lvl2pPr marL="457211" indent="0">
              <a:buNone/>
              <a:defRPr sz="2000" b="1"/>
            </a:lvl2pPr>
            <a:lvl3pPr marL="914423" indent="0">
              <a:buNone/>
              <a:defRPr sz="1801" b="1"/>
            </a:lvl3pPr>
            <a:lvl4pPr marL="1371634" indent="0">
              <a:buNone/>
              <a:defRPr sz="1600" b="1"/>
            </a:lvl4pPr>
            <a:lvl5pPr marL="1828846" indent="0">
              <a:buNone/>
              <a:defRPr sz="1600" b="1"/>
            </a:lvl5pPr>
            <a:lvl6pPr marL="2286057" indent="0">
              <a:buNone/>
              <a:defRPr sz="1600" b="1"/>
            </a:lvl6pPr>
            <a:lvl7pPr marL="2743269" indent="0">
              <a:buNone/>
              <a:defRPr sz="1600" b="1"/>
            </a:lvl7pPr>
            <a:lvl8pPr marL="3200480" indent="0">
              <a:buNone/>
              <a:defRPr sz="1600" b="1"/>
            </a:lvl8pPr>
            <a:lvl9pPr marL="3657691" indent="0">
              <a:buNone/>
              <a:defRPr sz="1600" b="1"/>
            </a:lvl9pPr>
          </a:lstStyle>
          <a:p>
            <a:pPr lvl="0"/>
            <a:r>
              <a:rPr lang="en-US"/>
              <a:t>Click to edit Master text styles</a:t>
            </a:r>
          </a:p>
        </p:txBody>
      </p:sp>
      <p:sp>
        <p:nvSpPr>
          <p:cNvPr id="4" name="Content Placeholder 3"/>
          <p:cNvSpPr>
            <a:spLocks noGrp="1"/>
          </p:cNvSpPr>
          <p:nvPr>
            <p:ph sz="half" idx="2"/>
          </p:nvPr>
        </p:nvSpPr>
        <p:spPr>
          <a:xfrm>
            <a:off x="231989" y="1974464"/>
            <a:ext cx="5803051" cy="41977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217921" y="1143096"/>
            <a:ext cx="5810727" cy="702956"/>
          </a:xfrm>
        </p:spPr>
        <p:txBody>
          <a:bodyPr lIns="91440" rIns="91440" anchor="ctr">
            <a:normAutofit/>
          </a:bodyPr>
          <a:lstStyle>
            <a:lvl1pPr marL="0" indent="0">
              <a:buNone/>
              <a:defRPr sz="2000" b="0" cap="all" baseline="0">
                <a:solidFill>
                  <a:schemeClr val="tx2"/>
                </a:solidFill>
              </a:defRPr>
            </a:lvl1pPr>
            <a:lvl2pPr marL="457211" indent="0">
              <a:buNone/>
              <a:defRPr sz="2000" b="1"/>
            </a:lvl2pPr>
            <a:lvl3pPr marL="914423" indent="0">
              <a:buNone/>
              <a:defRPr sz="1801" b="1"/>
            </a:lvl3pPr>
            <a:lvl4pPr marL="1371634" indent="0">
              <a:buNone/>
              <a:defRPr sz="1600" b="1"/>
            </a:lvl4pPr>
            <a:lvl5pPr marL="1828846" indent="0">
              <a:buNone/>
              <a:defRPr sz="1600" b="1"/>
            </a:lvl5pPr>
            <a:lvl6pPr marL="2286057" indent="0">
              <a:buNone/>
              <a:defRPr sz="1600" b="1"/>
            </a:lvl6pPr>
            <a:lvl7pPr marL="2743269" indent="0">
              <a:buNone/>
              <a:defRPr sz="1600" b="1"/>
            </a:lvl7pPr>
            <a:lvl8pPr marL="3200480" indent="0">
              <a:buNone/>
              <a:defRPr sz="1600" b="1"/>
            </a:lvl8pPr>
            <a:lvl9pPr marL="3657691"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1" y="1974464"/>
            <a:ext cx="5810727" cy="41977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dirty="0">
              <a:solidFill>
                <a:srgbClr val="242852">
                  <a:lumMod val="75000"/>
                </a:srgbClr>
              </a:solidFill>
            </a:endParaRPr>
          </a:p>
        </p:txBody>
      </p:sp>
      <p:sp>
        <p:nvSpPr>
          <p:cNvPr id="9" name="Slide Number Placeholder 8"/>
          <p:cNvSpPr>
            <a:spLocks noGrp="1"/>
          </p:cNvSpPr>
          <p:nvPr>
            <p:ph type="sldNum" sz="quarter" idx="12"/>
          </p:nvPr>
        </p:nvSpPr>
        <p:spPr/>
        <p:txBody>
          <a:bodyPr/>
          <a:lstStyle/>
          <a:p>
            <a:fld id="{FA088B27-51EA-43CF-84BE-213EAFDFD34D}" type="slidenum">
              <a:rPr lang="en-US" smtClean="0"/>
              <a:pPr/>
              <a:t>‹#›</a:t>
            </a:fld>
            <a:endParaRPr lang="en-US"/>
          </a:p>
        </p:txBody>
      </p:sp>
    </p:spTree>
    <p:extLst>
      <p:ext uri="{BB962C8B-B14F-4D97-AF65-F5344CB8AC3E}">
        <p14:creationId xmlns:p14="http://schemas.microsoft.com/office/powerpoint/2010/main" val="3672156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dirty="0">
              <a:solidFill>
                <a:srgbClr val="242852">
                  <a:lumMod val="75000"/>
                </a:srgbClr>
              </a:solidFill>
            </a:endParaRPr>
          </a:p>
        </p:txBody>
      </p:sp>
      <p:sp>
        <p:nvSpPr>
          <p:cNvPr id="5" name="Slide Number Placeholder 4"/>
          <p:cNvSpPr>
            <a:spLocks noGrp="1"/>
          </p:cNvSpPr>
          <p:nvPr>
            <p:ph type="sldNum" sz="quarter" idx="12"/>
          </p:nvPr>
        </p:nvSpPr>
        <p:spPr/>
        <p:txBody>
          <a:bodyPr/>
          <a:lstStyle/>
          <a:p>
            <a:fld id="{FA088B27-51EA-43CF-84BE-213EAFDFD34D}" type="slidenum">
              <a:rPr lang="en-US" smtClean="0"/>
              <a:pPr/>
              <a:t>‹#›</a:t>
            </a:fld>
            <a:endParaRPr lang="en-US"/>
          </a:p>
        </p:txBody>
      </p:sp>
    </p:spTree>
    <p:extLst>
      <p:ext uri="{BB962C8B-B14F-4D97-AF65-F5344CB8AC3E}">
        <p14:creationId xmlns:p14="http://schemas.microsoft.com/office/powerpoint/2010/main" val="2865813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lvl1pPr>
              <a:defRPr>
                <a:solidFill>
                  <a:schemeClr val="tx2">
                    <a:lumMod val="75000"/>
                  </a:schemeClr>
                </a:solidFill>
              </a:defRPr>
            </a:lvl1pPr>
          </a:lstStyle>
          <a:p>
            <a:endParaRPr lang="en-US" dirty="0">
              <a:solidFill>
                <a:srgbClr val="242852">
                  <a:lumMod val="75000"/>
                </a:srgbClr>
              </a:solidFill>
            </a:endParaRPr>
          </a:p>
        </p:txBody>
      </p:sp>
      <p:sp>
        <p:nvSpPr>
          <p:cNvPr id="9" name="Slide Number Placeholder 8"/>
          <p:cNvSpPr>
            <a:spLocks noGrp="1"/>
          </p:cNvSpPr>
          <p:nvPr>
            <p:ph type="sldNum" sz="quarter" idx="12"/>
          </p:nvPr>
        </p:nvSpPr>
        <p:spPr/>
        <p:txBody>
          <a:bodyPr/>
          <a:lstStyle/>
          <a:p>
            <a:fld id="{FA088B27-51EA-43CF-84BE-213EAFDFD34D}" type="slidenum">
              <a:rPr lang="en-US" smtClean="0"/>
              <a:pPr/>
              <a:t>‹#›</a:t>
            </a:fld>
            <a:endParaRPr lang="en-US"/>
          </a:p>
        </p:txBody>
      </p:sp>
    </p:spTree>
    <p:extLst>
      <p:ext uri="{BB962C8B-B14F-4D97-AF65-F5344CB8AC3E}">
        <p14:creationId xmlns:p14="http://schemas.microsoft.com/office/powerpoint/2010/main" val="800411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8"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3" y="0"/>
            <a:ext cx="640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1"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1"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926080"/>
            <a:ext cx="3200400" cy="3379124"/>
          </a:xfrm>
        </p:spPr>
        <p:txBody>
          <a:bodyPr lIns="91440" rIns="91440">
            <a:normAutofit/>
          </a:bodyPr>
          <a:lstStyle>
            <a:lvl1pPr marL="0" indent="0">
              <a:buNone/>
              <a:defRPr sz="1500">
                <a:solidFill>
                  <a:srgbClr val="FFFFFF"/>
                </a:solidFill>
              </a:defRPr>
            </a:lvl1pPr>
            <a:lvl2pPr marL="457211" indent="0">
              <a:buNone/>
              <a:defRPr sz="1200"/>
            </a:lvl2pPr>
            <a:lvl3pPr marL="914423" indent="0">
              <a:buNone/>
              <a:defRPr sz="1001"/>
            </a:lvl3pPr>
            <a:lvl4pPr marL="1371634" indent="0">
              <a:buNone/>
              <a:defRPr sz="900"/>
            </a:lvl4pPr>
            <a:lvl5pPr marL="1828846" indent="0">
              <a:buNone/>
              <a:defRPr sz="900"/>
            </a:lvl5pPr>
            <a:lvl6pPr marL="2286057" indent="0">
              <a:buNone/>
              <a:defRPr sz="900"/>
            </a:lvl6pPr>
            <a:lvl7pPr marL="2743269" indent="0">
              <a:buNone/>
              <a:defRPr sz="900"/>
            </a:lvl7pPr>
            <a:lvl8pPr marL="3200480" indent="0">
              <a:buNone/>
              <a:defRPr sz="900"/>
            </a:lvl8pPr>
            <a:lvl9pPr marL="3657691"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4" y="6459789"/>
            <a:ext cx="2618511" cy="365125"/>
          </a:xfrm>
        </p:spPr>
        <p:txBody>
          <a:bodyPr/>
          <a:lstStyle>
            <a:lvl1pPr algn="l">
              <a:defRPr/>
            </a:lvl1pPr>
          </a:lstStyle>
          <a:p>
            <a:endParaRPr lang="en-US"/>
          </a:p>
        </p:txBody>
      </p:sp>
      <p:sp>
        <p:nvSpPr>
          <p:cNvPr id="6" name="Footer Placeholder 5"/>
          <p:cNvSpPr>
            <a:spLocks noGrp="1"/>
          </p:cNvSpPr>
          <p:nvPr>
            <p:ph type="ftr" sz="quarter" idx="11"/>
          </p:nvPr>
        </p:nvSpPr>
        <p:spPr>
          <a:xfrm>
            <a:off x="4800601" y="6459789"/>
            <a:ext cx="4648201" cy="365125"/>
          </a:xfrm>
        </p:spPr>
        <p:txBody>
          <a:bodyPr/>
          <a:lstStyle>
            <a:lvl1pPr algn="l">
              <a:defRPr>
                <a:solidFill>
                  <a:schemeClr val="tx2"/>
                </a:solidFill>
              </a:defRPr>
            </a:lvl1pPr>
          </a:lstStyle>
          <a:p>
            <a:endParaRPr lang="en-US" dirty="0">
              <a:solidFill>
                <a:srgbClr val="242852"/>
              </a:solidFill>
            </a:endParaRP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A088B27-51EA-43CF-84BE-213EAFDFD34D}" type="slidenum">
              <a:rPr lang="en-US" smtClean="0">
                <a:solidFill>
                  <a:srgbClr val="242852"/>
                </a:solidFill>
              </a:rPr>
              <a:pPr/>
              <a:t>‹#›</a:t>
            </a:fld>
            <a:endParaRPr lang="en-US">
              <a:solidFill>
                <a:srgbClr val="242852"/>
              </a:solidFill>
            </a:endParaRPr>
          </a:p>
        </p:txBody>
      </p:sp>
    </p:spTree>
    <p:extLst>
      <p:ext uri="{BB962C8B-B14F-4D97-AF65-F5344CB8AC3E}">
        <p14:creationId xmlns:p14="http://schemas.microsoft.com/office/powerpoint/2010/main" val="4462832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2"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7"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1"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7" y="0"/>
            <a:ext cx="12191985" cy="4915076"/>
          </a:xfrm>
          <a:blipFill>
            <a:blip r:embed="rId2" cstate="print"/>
            <a:stretch>
              <a:fillRect/>
            </a:stretch>
          </a:blipFill>
        </p:spPr>
        <p:txBody>
          <a:bodyPr lIns="457200" tIns="457200" anchor="t"/>
          <a:lstStyle>
            <a:lvl1pPr marL="0" indent="0">
              <a:buNone/>
              <a:defRPr sz="3200">
                <a:solidFill>
                  <a:schemeClr val="bg1"/>
                </a:solidFill>
              </a:defRPr>
            </a:lvl1pPr>
            <a:lvl2pPr marL="457211" indent="0">
              <a:buNone/>
              <a:defRPr sz="2800"/>
            </a:lvl2pPr>
            <a:lvl3pPr marL="914423" indent="0">
              <a:buNone/>
              <a:defRPr sz="2400"/>
            </a:lvl3pPr>
            <a:lvl4pPr marL="1371634" indent="0">
              <a:buNone/>
              <a:defRPr sz="2000"/>
            </a:lvl4pPr>
            <a:lvl5pPr marL="1828846" indent="0">
              <a:buNone/>
              <a:defRPr sz="2000"/>
            </a:lvl5pPr>
            <a:lvl6pPr marL="2286057" indent="0">
              <a:buNone/>
              <a:defRPr sz="2000"/>
            </a:lvl6pPr>
            <a:lvl7pPr marL="2743269" indent="0">
              <a:buNone/>
              <a:defRPr sz="2000"/>
            </a:lvl7pPr>
            <a:lvl8pPr marL="3200480" indent="0">
              <a:buNone/>
              <a:defRPr sz="2000"/>
            </a:lvl8pPr>
            <a:lvl9pPr marL="3657691"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1" y="5907023"/>
            <a:ext cx="10113264" cy="594360"/>
          </a:xfrm>
        </p:spPr>
        <p:txBody>
          <a:bodyPr lIns="91440" tIns="0" rIns="91440" bIns="0">
            <a:normAutofit/>
          </a:bodyPr>
          <a:lstStyle>
            <a:lvl1pPr marL="0" indent="0">
              <a:spcBef>
                <a:spcPts val="0"/>
              </a:spcBef>
              <a:spcAft>
                <a:spcPts val="601"/>
              </a:spcAft>
              <a:buNone/>
              <a:defRPr sz="1500">
                <a:solidFill>
                  <a:srgbClr val="FFFFFF"/>
                </a:solidFill>
              </a:defRPr>
            </a:lvl1pPr>
            <a:lvl2pPr marL="457211" indent="0">
              <a:buNone/>
              <a:defRPr sz="1200"/>
            </a:lvl2pPr>
            <a:lvl3pPr marL="914423" indent="0">
              <a:buNone/>
              <a:defRPr sz="1001"/>
            </a:lvl3pPr>
            <a:lvl4pPr marL="1371634" indent="0">
              <a:buNone/>
              <a:defRPr sz="900"/>
            </a:lvl4pPr>
            <a:lvl5pPr marL="1828846" indent="0">
              <a:buNone/>
              <a:defRPr sz="900"/>
            </a:lvl5pPr>
            <a:lvl6pPr marL="2286057" indent="0">
              <a:buNone/>
              <a:defRPr sz="900"/>
            </a:lvl6pPr>
            <a:lvl7pPr marL="2743269" indent="0">
              <a:buNone/>
              <a:defRPr sz="900"/>
            </a:lvl7pPr>
            <a:lvl8pPr marL="3200480" indent="0">
              <a:buNone/>
              <a:defRPr sz="900"/>
            </a:lvl8pPr>
            <a:lvl9pPr marL="3657691"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dirty="0">
              <a:solidFill>
                <a:srgbClr val="242852">
                  <a:lumMod val="75000"/>
                </a:srgbClr>
              </a:solidFill>
            </a:endParaRPr>
          </a:p>
        </p:txBody>
      </p:sp>
      <p:sp>
        <p:nvSpPr>
          <p:cNvPr id="7" name="Slide Number Placeholder 6"/>
          <p:cNvSpPr>
            <a:spLocks noGrp="1"/>
          </p:cNvSpPr>
          <p:nvPr>
            <p:ph type="sldNum" sz="quarter" idx="12"/>
          </p:nvPr>
        </p:nvSpPr>
        <p:spPr/>
        <p:txBody>
          <a:bodyPr/>
          <a:lstStyle/>
          <a:p>
            <a:fld id="{FA088B27-51EA-43CF-84BE-213EAFDFD34D}" type="slidenum">
              <a:rPr lang="en-US" smtClean="0"/>
              <a:pPr/>
              <a:t>‹#›</a:t>
            </a:fld>
            <a:endParaRPr lang="en-US"/>
          </a:p>
        </p:txBody>
      </p:sp>
    </p:spTree>
    <p:extLst>
      <p:ext uri="{BB962C8B-B14F-4D97-AF65-F5344CB8AC3E}">
        <p14:creationId xmlns:p14="http://schemas.microsoft.com/office/powerpoint/2010/main" val="3389723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solidFill>
                <a:srgbClr val="242852">
                  <a:lumMod val="75000"/>
                </a:srgbClr>
              </a:solidFill>
            </a:endParaRPr>
          </a:p>
        </p:txBody>
      </p:sp>
      <p:sp>
        <p:nvSpPr>
          <p:cNvPr id="6" name="Slide Number Placeholder 5"/>
          <p:cNvSpPr>
            <a:spLocks noGrp="1"/>
          </p:cNvSpPr>
          <p:nvPr>
            <p:ph type="sldNum" sz="quarter" idx="12"/>
          </p:nvPr>
        </p:nvSpPr>
        <p:spPr/>
        <p:txBody>
          <a:bodyPr/>
          <a:lstStyle/>
          <a:p>
            <a:fld id="{FA088B27-51EA-43CF-84BE-213EAFDFD34D}" type="slidenum">
              <a:rPr lang="en-US" smtClean="0"/>
              <a:pPr/>
              <a:t>‹#›</a:t>
            </a:fld>
            <a:endParaRPr lang="en-US"/>
          </a:p>
        </p:txBody>
      </p:sp>
    </p:spTree>
    <p:extLst>
      <p:ext uri="{BB962C8B-B14F-4D97-AF65-F5344CB8AC3E}">
        <p14:creationId xmlns:p14="http://schemas.microsoft.com/office/powerpoint/2010/main" val="3987641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1" y="414782"/>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solidFill>
                <a:srgbClr val="242852">
                  <a:lumMod val="75000"/>
                </a:srgbClr>
              </a:solidFill>
            </a:endParaRPr>
          </a:p>
        </p:txBody>
      </p:sp>
      <p:sp>
        <p:nvSpPr>
          <p:cNvPr id="6" name="Slide Number Placeholder 5"/>
          <p:cNvSpPr>
            <a:spLocks noGrp="1"/>
          </p:cNvSpPr>
          <p:nvPr>
            <p:ph type="sldNum" sz="quarter" idx="12"/>
          </p:nvPr>
        </p:nvSpPr>
        <p:spPr/>
        <p:txBody>
          <a:bodyPr/>
          <a:lstStyle/>
          <a:p>
            <a:fld id="{FA088B27-51EA-43CF-84BE-213EAFDFD34D}" type="slidenum">
              <a:rPr lang="en-US" smtClean="0"/>
              <a:pPr/>
              <a:t>‹#›</a:t>
            </a:fld>
            <a:endParaRPr lang="en-US"/>
          </a:p>
        </p:txBody>
      </p:sp>
    </p:spTree>
    <p:extLst>
      <p:ext uri="{BB962C8B-B14F-4D97-AF65-F5344CB8AC3E}">
        <p14:creationId xmlns:p14="http://schemas.microsoft.com/office/powerpoint/2010/main" val="19847170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6"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28599" y="758952"/>
            <a:ext cx="10927081"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dirty="0"/>
              <a:t>Click to edit Master title style</a:t>
            </a:r>
          </a:p>
        </p:txBody>
      </p:sp>
      <p:sp>
        <p:nvSpPr>
          <p:cNvPr id="3" name="Subtitle 2"/>
          <p:cNvSpPr>
            <a:spLocks noGrp="1"/>
          </p:cNvSpPr>
          <p:nvPr>
            <p:ph type="subTitle" idx="1"/>
          </p:nvPr>
        </p:nvSpPr>
        <p:spPr>
          <a:xfrm>
            <a:off x="228599" y="4455620"/>
            <a:ext cx="10927081" cy="1640380"/>
          </a:xfrm>
        </p:spPr>
        <p:txBody>
          <a:bodyPr lIns="91440" rIns="91440">
            <a:normAutofit/>
          </a:bodyPr>
          <a:lstStyle>
            <a:lvl1pPr marL="0" indent="0" algn="l">
              <a:buNone/>
              <a:defRPr sz="2400" cap="all" spc="201" baseline="0">
                <a:solidFill>
                  <a:schemeClr val="tx2"/>
                </a:solidFill>
                <a:latin typeface="+mj-lt"/>
              </a:defRPr>
            </a:lvl1pPr>
            <a:lvl2pPr marL="457211" indent="0" algn="ctr">
              <a:buNone/>
              <a:defRPr sz="2400"/>
            </a:lvl2pPr>
            <a:lvl3pPr marL="914423" indent="0" algn="ctr">
              <a:buNone/>
              <a:defRPr sz="2400"/>
            </a:lvl3pPr>
            <a:lvl4pPr marL="1371634" indent="0" algn="ctr">
              <a:buNone/>
              <a:defRPr sz="2000"/>
            </a:lvl4pPr>
            <a:lvl5pPr marL="1828846" indent="0" algn="ctr">
              <a:buNone/>
              <a:defRPr sz="2000"/>
            </a:lvl5pPr>
            <a:lvl6pPr marL="2286057" indent="0" algn="ctr">
              <a:buNone/>
              <a:defRPr sz="2000"/>
            </a:lvl6pPr>
            <a:lvl7pPr marL="2743269" indent="0" algn="ctr">
              <a:buNone/>
              <a:defRPr sz="2000"/>
            </a:lvl7pPr>
            <a:lvl8pPr marL="3200480" indent="0" algn="ctr">
              <a:buNone/>
              <a:defRPr sz="2000"/>
            </a:lvl8pPr>
            <a:lvl9pPr marL="3657691"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lvl1pPr>
              <a:defRPr sz="1001" b="1">
                <a:solidFill>
                  <a:schemeClr val="tx2">
                    <a:lumMod val="50000"/>
                  </a:schemeClr>
                </a:solidFill>
              </a:defRPr>
            </a:lvl1pPr>
          </a:lstStyle>
          <a:p>
            <a:endParaRPr lang="en-US" dirty="0">
              <a:solidFill>
                <a:srgbClr val="242852">
                  <a:lumMod val="50000"/>
                </a:srgbClr>
              </a:solidFill>
            </a:endParaRPr>
          </a:p>
        </p:txBody>
      </p:sp>
      <p:sp>
        <p:nvSpPr>
          <p:cNvPr id="6" name="Slide Number Placeholder 5"/>
          <p:cNvSpPr>
            <a:spLocks noGrp="1"/>
          </p:cNvSpPr>
          <p:nvPr>
            <p:ph type="sldNum" sz="quarter" idx="12"/>
          </p:nvPr>
        </p:nvSpPr>
        <p:spPr/>
        <p:txBody>
          <a:bodyPr/>
          <a:lstStyle/>
          <a:p>
            <a:fld id="{FA088B27-51EA-43CF-84BE-213EAFDFD34D}" type="slidenum">
              <a:rPr lang="en-US" smtClean="0"/>
              <a:pPr/>
              <a:t>‹#›</a:t>
            </a:fld>
            <a:endParaRPr lang="en-US"/>
          </a:p>
        </p:txBody>
      </p:sp>
      <p:cxnSp>
        <p:nvCxnSpPr>
          <p:cNvPr id="9" name="Straight Connector 8"/>
          <p:cNvCxnSpPr/>
          <p:nvPr/>
        </p:nvCxnSpPr>
        <p:spPr>
          <a:xfrm>
            <a:off x="228599" y="4325112"/>
            <a:ext cx="10854579" cy="18288"/>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14538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1885" y="155588"/>
            <a:ext cx="11003280" cy="856395"/>
          </a:xfrm>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a:xfrm>
            <a:off x="131885" y="1447800"/>
            <a:ext cx="11896761" cy="449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lvl1pPr>
              <a:defRPr b="1">
                <a:solidFill>
                  <a:schemeClr val="tx2">
                    <a:lumMod val="50000"/>
                  </a:schemeClr>
                </a:solidFill>
              </a:defRPr>
            </a:lvl1pPr>
          </a:lstStyle>
          <a:p>
            <a:endParaRPr lang="en-US" dirty="0">
              <a:solidFill>
                <a:srgbClr val="242852">
                  <a:lumMod val="50000"/>
                </a:srgbClr>
              </a:solidFill>
            </a:endParaRPr>
          </a:p>
        </p:txBody>
      </p:sp>
      <p:sp>
        <p:nvSpPr>
          <p:cNvPr id="6" name="Slide Number Placeholder 5"/>
          <p:cNvSpPr>
            <a:spLocks noGrp="1"/>
          </p:cNvSpPr>
          <p:nvPr>
            <p:ph type="sldNum" sz="quarter" idx="12"/>
          </p:nvPr>
        </p:nvSpPr>
        <p:spPr/>
        <p:txBody>
          <a:bodyPr/>
          <a:lstStyle/>
          <a:p>
            <a:fld id="{FA088B27-51EA-43CF-84BE-213EAFDFD34D}" type="slidenum">
              <a:rPr lang="en-US" smtClean="0"/>
              <a:pPr/>
              <a:t>‹#›</a:t>
            </a:fld>
            <a:endParaRPr lang="en-US"/>
          </a:p>
        </p:txBody>
      </p:sp>
    </p:spTree>
    <p:extLst>
      <p:ext uri="{BB962C8B-B14F-4D97-AF65-F5344CB8AC3E}">
        <p14:creationId xmlns:p14="http://schemas.microsoft.com/office/powerpoint/2010/main" val="13391865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6"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28599" y="150742"/>
            <a:ext cx="10927081" cy="417437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228599" y="4453128"/>
            <a:ext cx="10927081" cy="1719072"/>
          </a:xfrm>
        </p:spPr>
        <p:txBody>
          <a:bodyPr lIns="91440" rIns="91440" anchor="t" anchorCtr="0">
            <a:normAutofit/>
          </a:bodyPr>
          <a:lstStyle>
            <a:lvl1pPr marL="0" indent="0">
              <a:buNone/>
              <a:defRPr sz="2400" cap="all" spc="201" baseline="0">
                <a:solidFill>
                  <a:schemeClr val="tx2"/>
                </a:solidFill>
                <a:latin typeface="+mj-lt"/>
              </a:defRPr>
            </a:lvl1pPr>
            <a:lvl2pPr marL="457211" indent="0">
              <a:buNone/>
              <a:defRPr sz="1801">
                <a:solidFill>
                  <a:schemeClr val="tx1">
                    <a:tint val="75000"/>
                  </a:schemeClr>
                </a:solidFill>
              </a:defRPr>
            </a:lvl2pPr>
            <a:lvl3pPr marL="914423" indent="0">
              <a:buNone/>
              <a:defRPr sz="1600">
                <a:solidFill>
                  <a:schemeClr val="tx1">
                    <a:tint val="75000"/>
                  </a:schemeClr>
                </a:solidFill>
              </a:defRPr>
            </a:lvl3pPr>
            <a:lvl4pPr marL="1371634" indent="0">
              <a:buNone/>
              <a:defRPr sz="1401">
                <a:solidFill>
                  <a:schemeClr val="tx1">
                    <a:tint val="75000"/>
                  </a:schemeClr>
                </a:solidFill>
              </a:defRPr>
            </a:lvl4pPr>
            <a:lvl5pPr marL="1828846" indent="0">
              <a:buNone/>
              <a:defRPr sz="1401">
                <a:solidFill>
                  <a:schemeClr val="tx1">
                    <a:tint val="75000"/>
                  </a:schemeClr>
                </a:solidFill>
              </a:defRPr>
            </a:lvl5pPr>
            <a:lvl6pPr marL="2286057" indent="0">
              <a:buNone/>
              <a:defRPr sz="1401">
                <a:solidFill>
                  <a:schemeClr val="tx1">
                    <a:tint val="75000"/>
                  </a:schemeClr>
                </a:solidFill>
              </a:defRPr>
            </a:lvl6pPr>
            <a:lvl7pPr marL="2743269" indent="0">
              <a:buNone/>
              <a:defRPr sz="1401">
                <a:solidFill>
                  <a:schemeClr val="tx1">
                    <a:tint val="75000"/>
                  </a:schemeClr>
                </a:solidFill>
              </a:defRPr>
            </a:lvl7pPr>
            <a:lvl8pPr marL="3200480" indent="0">
              <a:buNone/>
              <a:defRPr sz="1401">
                <a:solidFill>
                  <a:schemeClr val="tx1">
                    <a:tint val="75000"/>
                  </a:schemeClr>
                </a:solidFill>
              </a:defRPr>
            </a:lvl8pPr>
            <a:lvl9pPr marL="3657691" indent="0">
              <a:buNone/>
              <a:defRPr sz="1401">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solidFill>
                <a:srgbClr val="242852">
                  <a:lumMod val="75000"/>
                </a:srgbClr>
              </a:solidFill>
            </a:endParaRPr>
          </a:p>
        </p:txBody>
      </p:sp>
      <p:sp>
        <p:nvSpPr>
          <p:cNvPr id="6" name="Slide Number Placeholder 5"/>
          <p:cNvSpPr>
            <a:spLocks noGrp="1"/>
          </p:cNvSpPr>
          <p:nvPr>
            <p:ph type="sldNum" sz="quarter" idx="12"/>
          </p:nvPr>
        </p:nvSpPr>
        <p:spPr/>
        <p:txBody>
          <a:bodyPr/>
          <a:lstStyle/>
          <a:p>
            <a:fld id="{FA088B27-51EA-43CF-84BE-213EAFDFD34D}" type="slidenum">
              <a:rPr lang="en-US" smtClean="0"/>
              <a:pPr/>
              <a:t>‹#›</a:t>
            </a:fld>
            <a:endParaRPr lang="en-US"/>
          </a:p>
        </p:txBody>
      </p:sp>
      <p:cxnSp>
        <p:nvCxnSpPr>
          <p:cNvPr id="9" name="Straight Connector 8"/>
          <p:cNvCxnSpPr/>
          <p:nvPr/>
        </p:nvCxnSpPr>
        <p:spPr>
          <a:xfrm>
            <a:off x="228599" y="4325112"/>
            <a:ext cx="10854579" cy="18288"/>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31449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52400" y="150743"/>
            <a:ext cx="11003280" cy="86124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52400" y="1295399"/>
            <a:ext cx="5882639" cy="487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295400"/>
            <a:ext cx="5856446" cy="487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dirty="0">
              <a:solidFill>
                <a:srgbClr val="242852">
                  <a:lumMod val="75000"/>
                </a:srgbClr>
              </a:solidFill>
            </a:endParaRPr>
          </a:p>
        </p:txBody>
      </p:sp>
      <p:sp>
        <p:nvSpPr>
          <p:cNvPr id="7" name="Slide Number Placeholder 6"/>
          <p:cNvSpPr>
            <a:spLocks noGrp="1"/>
          </p:cNvSpPr>
          <p:nvPr>
            <p:ph type="sldNum" sz="quarter" idx="12"/>
          </p:nvPr>
        </p:nvSpPr>
        <p:spPr/>
        <p:txBody>
          <a:bodyPr/>
          <a:lstStyle/>
          <a:p>
            <a:fld id="{FA088B27-51EA-43CF-84BE-213EAFDFD34D}" type="slidenum">
              <a:rPr lang="en-US" smtClean="0"/>
              <a:pPr/>
              <a:t>‹#›</a:t>
            </a:fld>
            <a:endParaRPr lang="en-US"/>
          </a:p>
        </p:txBody>
      </p:sp>
    </p:spTree>
    <p:extLst>
      <p:ext uri="{BB962C8B-B14F-4D97-AF65-F5344CB8AC3E}">
        <p14:creationId xmlns:p14="http://schemas.microsoft.com/office/powerpoint/2010/main" val="15176249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228599" y="150742"/>
            <a:ext cx="10927081" cy="861242"/>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8599" y="1143000"/>
            <a:ext cx="5806441" cy="703052"/>
          </a:xfrm>
        </p:spPr>
        <p:txBody>
          <a:bodyPr lIns="91440" rIns="91440" anchor="ctr">
            <a:normAutofit/>
          </a:bodyPr>
          <a:lstStyle>
            <a:lvl1pPr marL="0" indent="0">
              <a:buNone/>
              <a:defRPr sz="2000" b="0" cap="all" baseline="0">
                <a:solidFill>
                  <a:schemeClr val="tx2"/>
                </a:solidFill>
              </a:defRPr>
            </a:lvl1pPr>
            <a:lvl2pPr marL="457211" indent="0">
              <a:buNone/>
              <a:defRPr sz="2000" b="1"/>
            </a:lvl2pPr>
            <a:lvl3pPr marL="914423" indent="0">
              <a:buNone/>
              <a:defRPr sz="1801" b="1"/>
            </a:lvl3pPr>
            <a:lvl4pPr marL="1371634" indent="0">
              <a:buNone/>
              <a:defRPr sz="1600" b="1"/>
            </a:lvl4pPr>
            <a:lvl5pPr marL="1828846" indent="0">
              <a:buNone/>
              <a:defRPr sz="1600" b="1"/>
            </a:lvl5pPr>
            <a:lvl6pPr marL="2286057" indent="0">
              <a:buNone/>
              <a:defRPr sz="1600" b="1"/>
            </a:lvl6pPr>
            <a:lvl7pPr marL="2743269" indent="0">
              <a:buNone/>
              <a:defRPr sz="1600" b="1"/>
            </a:lvl7pPr>
            <a:lvl8pPr marL="3200480" indent="0">
              <a:buNone/>
              <a:defRPr sz="1600" b="1"/>
            </a:lvl8pPr>
            <a:lvl9pPr marL="3657691" indent="0">
              <a:buNone/>
              <a:defRPr sz="1600" b="1"/>
            </a:lvl9pPr>
          </a:lstStyle>
          <a:p>
            <a:pPr lvl="0"/>
            <a:r>
              <a:rPr lang="en-US"/>
              <a:t>Click to edit Master text styles</a:t>
            </a:r>
          </a:p>
        </p:txBody>
      </p:sp>
      <p:sp>
        <p:nvSpPr>
          <p:cNvPr id="4" name="Content Placeholder 3"/>
          <p:cNvSpPr>
            <a:spLocks noGrp="1"/>
          </p:cNvSpPr>
          <p:nvPr>
            <p:ph sz="half" idx="2"/>
          </p:nvPr>
        </p:nvSpPr>
        <p:spPr>
          <a:xfrm>
            <a:off x="231990" y="1974464"/>
            <a:ext cx="5803050" cy="419773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217920" y="1143096"/>
            <a:ext cx="5810726" cy="702956"/>
          </a:xfrm>
        </p:spPr>
        <p:txBody>
          <a:bodyPr lIns="91440" rIns="91440" anchor="ctr">
            <a:normAutofit/>
          </a:bodyPr>
          <a:lstStyle>
            <a:lvl1pPr marL="0" indent="0">
              <a:buNone/>
              <a:defRPr sz="2000" b="0" cap="all" baseline="0">
                <a:solidFill>
                  <a:schemeClr val="tx2"/>
                </a:solidFill>
              </a:defRPr>
            </a:lvl1pPr>
            <a:lvl2pPr marL="457211" indent="0">
              <a:buNone/>
              <a:defRPr sz="2000" b="1"/>
            </a:lvl2pPr>
            <a:lvl3pPr marL="914423" indent="0">
              <a:buNone/>
              <a:defRPr sz="1801" b="1"/>
            </a:lvl3pPr>
            <a:lvl4pPr marL="1371634" indent="0">
              <a:buNone/>
              <a:defRPr sz="1600" b="1"/>
            </a:lvl4pPr>
            <a:lvl5pPr marL="1828846" indent="0">
              <a:buNone/>
              <a:defRPr sz="1600" b="1"/>
            </a:lvl5pPr>
            <a:lvl6pPr marL="2286057" indent="0">
              <a:buNone/>
              <a:defRPr sz="1600" b="1"/>
            </a:lvl6pPr>
            <a:lvl7pPr marL="2743269" indent="0">
              <a:buNone/>
              <a:defRPr sz="1600" b="1"/>
            </a:lvl7pPr>
            <a:lvl8pPr marL="3200480" indent="0">
              <a:buNone/>
              <a:defRPr sz="1600" b="1"/>
            </a:lvl8pPr>
            <a:lvl9pPr marL="3657691"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1974464"/>
            <a:ext cx="5810726" cy="41977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9" name="Slide Number Placeholder 8"/>
          <p:cNvSpPr>
            <a:spLocks noGrp="1"/>
          </p:cNvSpPr>
          <p:nvPr>
            <p:ph type="sldNum" sz="quarter" idx="12"/>
          </p:nvPr>
        </p:nvSpPr>
        <p:spPr/>
        <p:txBody>
          <a:bodyPr/>
          <a:lstStyle/>
          <a:p>
            <a:fld id="{FA088B27-51EA-43CF-84BE-213EAFDFD34D}" type="slidenum">
              <a:rPr lang="en-US" smtClean="0"/>
              <a:pPr/>
              <a:t>‹#›</a:t>
            </a:fld>
            <a:endParaRPr lang="en-US"/>
          </a:p>
        </p:txBody>
      </p:sp>
    </p:spTree>
    <p:extLst>
      <p:ext uri="{BB962C8B-B14F-4D97-AF65-F5344CB8AC3E}">
        <p14:creationId xmlns:p14="http://schemas.microsoft.com/office/powerpoint/2010/main" val="41147686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dirty="0">
              <a:solidFill>
                <a:srgbClr val="242852">
                  <a:lumMod val="75000"/>
                </a:srgbClr>
              </a:solidFill>
            </a:endParaRPr>
          </a:p>
        </p:txBody>
      </p:sp>
      <p:sp>
        <p:nvSpPr>
          <p:cNvPr id="5" name="Slide Number Placeholder 4"/>
          <p:cNvSpPr>
            <a:spLocks noGrp="1"/>
          </p:cNvSpPr>
          <p:nvPr>
            <p:ph type="sldNum" sz="quarter" idx="12"/>
          </p:nvPr>
        </p:nvSpPr>
        <p:spPr/>
        <p:txBody>
          <a:bodyPr/>
          <a:lstStyle/>
          <a:p>
            <a:fld id="{FA088B27-51EA-43CF-84BE-213EAFDFD34D}" type="slidenum">
              <a:rPr lang="en-US" smtClean="0"/>
              <a:pPr/>
              <a:t>‹#›</a:t>
            </a:fld>
            <a:endParaRPr lang="en-US"/>
          </a:p>
        </p:txBody>
      </p:sp>
    </p:spTree>
    <p:extLst>
      <p:ext uri="{BB962C8B-B14F-4D97-AF65-F5344CB8AC3E}">
        <p14:creationId xmlns:p14="http://schemas.microsoft.com/office/powerpoint/2010/main" val="21888370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6" name="Rectangle 5"/>
          <p:cNvSpPr/>
          <p:nvPr/>
        </p:nvSpPr>
        <p:spPr>
          <a:xfrm>
            <a:off x="16"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endParaRPr lang="en-US"/>
          </a:p>
        </p:txBody>
      </p:sp>
      <p:sp>
        <p:nvSpPr>
          <p:cNvPr id="9" name="Slide Number Placeholder 8"/>
          <p:cNvSpPr>
            <a:spLocks noGrp="1"/>
          </p:cNvSpPr>
          <p:nvPr>
            <p:ph type="sldNum" sz="quarter" idx="12"/>
          </p:nvPr>
        </p:nvSpPr>
        <p:spPr/>
        <p:txBody>
          <a:bodyPr/>
          <a:lstStyle/>
          <a:p>
            <a:fld id="{FA088B27-51EA-43CF-84BE-213EAFDFD34D}" type="slidenum">
              <a:rPr lang="en-US" smtClean="0"/>
              <a:pPr/>
              <a:t>‹#›</a:t>
            </a:fld>
            <a:endParaRPr lang="en-US"/>
          </a:p>
        </p:txBody>
      </p:sp>
    </p:spTree>
    <p:extLst>
      <p:ext uri="{BB962C8B-B14F-4D97-AF65-F5344CB8AC3E}">
        <p14:creationId xmlns:p14="http://schemas.microsoft.com/office/powerpoint/2010/main" val="16904750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1"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1"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926080"/>
            <a:ext cx="3200400" cy="3379124"/>
          </a:xfrm>
        </p:spPr>
        <p:txBody>
          <a:bodyPr lIns="91440" rIns="91440">
            <a:normAutofit/>
          </a:bodyPr>
          <a:lstStyle>
            <a:lvl1pPr marL="0" indent="0">
              <a:buNone/>
              <a:defRPr sz="1500">
                <a:solidFill>
                  <a:srgbClr val="FFFFFF"/>
                </a:solidFill>
              </a:defRPr>
            </a:lvl1pPr>
            <a:lvl2pPr marL="457211" indent="0">
              <a:buNone/>
              <a:defRPr sz="1200"/>
            </a:lvl2pPr>
            <a:lvl3pPr marL="914423" indent="0">
              <a:buNone/>
              <a:defRPr sz="1001"/>
            </a:lvl3pPr>
            <a:lvl4pPr marL="1371634" indent="0">
              <a:buNone/>
              <a:defRPr sz="900"/>
            </a:lvl4pPr>
            <a:lvl5pPr marL="1828846" indent="0">
              <a:buNone/>
              <a:defRPr sz="900"/>
            </a:lvl5pPr>
            <a:lvl6pPr marL="2286057" indent="0">
              <a:buNone/>
              <a:defRPr sz="900"/>
            </a:lvl6pPr>
            <a:lvl7pPr marL="2743269" indent="0">
              <a:buNone/>
              <a:defRPr sz="900"/>
            </a:lvl7pPr>
            <a:lvl8pPr marL="3200480" indent="0">
              <a:buNone/>
              <a:defRPr sz="900"/>
            </a:lvl8pPr>
            <a:lvl9pPr marL="3657691"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3" y="6459787"/>
            <a:ext cx="2618510" cy="365125"/>
          </a:xfrm>
        </p:spPr>
        <p:txBody>
          <a:bodyPr/>
          <a:lstStyle>
            <a:lvl1pPr algn="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A088B27-51EA-43CF-84BE-213EAFDFD34D}" type="slidenum">
              <a:rPr lang="en-US" smtClean="0">
                <a:solidFill>
                  <a:srgbClr val="242852"/>
                </a:solidFill>
              </a:rPr>
              <a:pPr/>
              <a:t>‹#›</a:t>
            </a:fld>
            <a:endParaRPr lang="en-US">
              <a:solidFill>
                <a:srgbClr val="242852"/>
              </a:solidFill>
            </a:endParaRPr>
          </a:p>
        </p:txBody>
      </p:sp>
    </p:spTree>
    <p:extLst>
      <p:ext uri="{BB962C8B-B14F-4D97-AF65-F5344CB8AC3E}">
        <p14:creationId xmlns:p14="http://schemas.microsoft.com/office/powerpoint/2010/main" val="25168726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6"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1"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11" indent="0">
              <a:buNone/>
              <a:defRPr sz="2800"/>
            </a:lvl2pPr>
            <a:lvl3pPr marL="914423" indent="0">
              <a:buNone/>
              <a:defRPr sz="2400"/>
            </a:lvl3pPr>
            <a:lvl4pPr marL="1371634" indent="0">
              <a:buNone/>
              <a:defRPr sz="2000"/>
            </a:lvl4pPr>
            <a:lvl5pPr marL="1828846" indent="0">
              <a:buNone/>
              <a:defRPr sz="2000"/>
            </a:lvl5pPr>
            <a:lvl6pPr marL="2286057" indent="0">
              <a:buNone/>
              <a:defRPr sz="2000"/>
            </a:lvl6pPr>
            <a:lvl7pPr marL="2743269" indent="0">
              <a:buNone/>
              <a:defRPr sz="2000"/>
            </a:lvl7pPr>
            <a:lvl8pPr marL="3200480" indent="0">
              <a:buNone/>
              <a:defRPr sz="2000"/>
            </a:lvl8pPr>
            <a:lvl9pPr marL="3657691"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1" y="5907023"/>
            <a:ext cx="10113264" cy="594360"/>
          </a:xfrm>
        </p:spPr>
        <p:txBody>
          <a:bodyPr lIns="91440" tIns="0" rIns="91440" bIns="0">
            <a:normAutofit/>
          </a:bodyPr>
          <a:lstStyle>
            <a:lvl1pPr marL="0" indent="0">
              <a:spcBef>
                <a:spcPts val="0"/>
              </a:spcBef>
              <a:spcAft>
                <a:spcPts val="601"/>
              </a:spcAft>
              <a:buNone/>
              <a:defRPr sz="1500">
                <a:solidFill>
                  <a:srgbClr val="FFFFFF"/>
                </a:solidFill>
              </a:defRPr>
            </a:lvl1pPr>
            <a:lvl2pPr marL="457211" indent="0">
              <a:buNone/>
              <a:defRPr sz="1200"/>
            </a:lvl2pPr>
            <a:lvl3pPr marL="914423" indent="0">
              <a:buNone/>
              <a:defRPr sz="1001"/>
            </a:lvl3pPr>
            <a:lvl4pPr marL="1371634" indent="0">
              <a:buNone/>
              <a:defRPr sz="900"/>
            </a:lvl4pPr>
            <a:lvl5pPr marL="1828846" indent="0">
              <a:buNone/>
              <a:defRPr sz="900"/>
            </a:lvl5pPr>
            <a:lvl6pPr marL="2286057" indent="0">
              <a:buNone/>
              <a:defRPr sz="900"/>
            </a:lvl6pPr>
            <a:lvl7pPr marL="2743269" indent="0">
              <a:buNone/>
              <a:defRPr sz="900"/>
            </a:lvl7pPr>
            <a:lvl8pPr marL="3200480" indent="0">
              <a:buNone/>
              <a:defRPr sz="900"/>
            </a:lvl8pPr>
            <a:lvl9pPr marL="3657691"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7" name="Slide Number Placeholder 6"/>
          <p:cNvSpPr>
            <a:spLocks noGrp="1"/>
          </p:cNvSpPr>
          <p:nvPr>
            <p:ph type="sldNum" sz="quarter" idx="12"/>
          </p:nvPr>
        </p:nvSpPr>
        <p:spPr/>
        <p:txBody>
          <a:bodyPr/>
          <a:lstStyle/>
          <a:p>
            <a:fld id="{FA088B27-51EA-43CF-84BE-213EAFDFD34D}" type="slidenum">
              <a:rPr lang="en-US" smtClean="0"/>
              <a:pPr/>
              <a:t>‹#›</a:t>
            </a:fld>
            <a:endParaRPr lang="en-US"/>
          </a:p>
        </p:txBody>
      </p:sp>
    </p:spTree>
    <p:extLst>
      <p:ext uri="{BB962C8B-B14F-4D97-AF65-F5344CB8AC3E}">
        <p14:creationId xmlns:p14="http://schemas.microsoft.com/office/powerpoint/2010/main" val="41168376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6" name="Slide Number Placeholder 5"/>
          <p:cNvSpPr>
            <a:spLocks noGrp="1"/>
          </p:cNvSpPr>
          <p:nvPr>
            <p:ph type="sldNum" sz="quarter" idx="12"/>
          </p:nvPr>
        </p:nvSpPr>
        <p:spPr/>
        <p:txBody>
          <a:bodyPr/>
          <a:lstStyle/>
          <a:p>
            <a:fld id="{FA088B27-51EA-43CF-84BE-213EAFDFD34D}" type="slidenum">
              <a:rPr lang="en-US" smtClean="0"/>
              <a:pPr/>
              <a:t>‹#›</a:t>
            </a:fld>
            <a:endParaRPr lang="en-US"/>
          </a:p>
        </p:txBody>
      </p:sp>
    </p:spTree>
    <p:extLst>
      <p:ext uri="{BB962C8B-B14F-4D97-AF65-F5344CB8AC3E}">
        <p14:creationId xmlns:p14="http://schemas.microsoft.com/office/powerpoint/2010/main" val="219156349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6"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80"/>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6" name="Slide Number Placeholder 5"/>
          <p:cNvSpPr>
            <a:spLocks noGrp="1"/>
          </p:cNvSpPr>
          <p:nvPr>
            <p:ph type="sldNum" sz="quarter" idx="12"/>
          </p:nvPr>
        </p:nvSpPr>
        <p:spPr/>
        <p:txBody>
          <a:bodyPr/>
          <a:lstStyle/>
          <a:p>
            <a:fld id="{FA088B27-51EA-43CF-84BE-213EAFDFD34D}" type="slidenum">
              <a:rPr lang="en-US" smtClean="0"/>
              <a:pPr/>
              <a:t>‹#›</a:t>
            </a:fld>
            <a:endParaRPr lang="en-US"/>
          </a:p>
        </p:txBody>
      </p:sp>
    </p:spTree>
    <p:extLst>
      <p:ext uri="{BB962C8B-B14F-4D97-AF65-F5344CB8AC3E}">
        <p14:creationId xmlns:p14="http://schemas.microsoft.com/office/powerpoint/2010/main" val="16337420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194" name="Rectangle 2"/>
          <p:cNvSpPr>
            <a:spLocks noGrp="1" noChangeArrowheads="1"/>
          </p:cNvSpPr>
          <p:nvPr>
            <p:ph type="ctrTitle"/>
          </p:nvPr>
        </p:nvSpPr>
        <p:spPr>
          <a:xfrm>
            <a:off x="914400" y="2130426"/>
            <a:ext cx="10363200" cy="1470025"/>
          </a:xfrm>
        </p:spPr>
        <p:txBody>
          <a:bodyPr/>
          <a:lstStyle>
            <a:lvl1pPr>
              <a:defRPr/>
            </a:lvl1pPr>
          </a:lstStyle>
          <a:p>
            <a:pPr lvl="0"/>
            <a:r>
              <a:rPr lang="en-US" altLang="en-US" noProof="0"/>
              <a:t>Click to edit Master title style</a:t>
            </a:r>
          </a:p>
        </p:txBody>
      </p:sp>
      <p:sp>
        <p:nvSpPr>
          <p:cNvPr id="8195"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altLang="en-US" noProof="0"/>
              <a:t>Click to edit Master subtitle style</a:t>
            </a:r>
          </a:p>
        </p:txBody>
      </p:sp>
      <p:sp>
        <p:nvSpPr>
          <p:cNvPr id="8196" name="Rectangle 4"/>
          <p:cNvSpPr>
            <a:spLocks noGrp="1" noChangeArrowheads="1"/>
          </p:cNvSpPr>
          <p:nvPr>
            <p:ph type="dt" sz="half" idx="2"/>
          </p:nvPr>
        </p:nvSpPr>
        <p:spPr/>
        <p:txBody>
          <a:bodyPr/>
          <a:lstStyle>
            <a:lvl1pPr>
              <a:defRPr/>
            </a:lvl1pPr>
          </a:lstStyle>
          <a:p>
            <a:endParaRPr lang="en-US" altLang="en-US">
              <a:solidFill>
                <a:srgbClr val="000000"/>
              </a:solidFill>
            </a:endParaRPr>
          </a:p>
        </p:txBody>
      </p:sp>
      <p:sp>
        <p:nvSpPr>
          <p:cNvPr id="8198" name="Rectangle 6"/>
          <p:cNvSpPr>
            <a:spLocks noGrp="1" noChangeArrowheads="1"/>
          </p:cNvSpPr>
          <p:nvPr>
            <p:ph type="sldNum" sz="quarter" idx="4"/>
          </p:nvPr>
        </p:nvSpPr>
        <p:spPr/>
        <p:txBody>
          <a:bodyPr/>
          <a:lstStyle>
            <a:lvl1pPr>
              <a:defRPr/>
            </a:lvl1pPr>
          </a:lstStyle>
          <a:p>
            <a:fld id="{8F6785BB-763B-4B7F-8848-ADCBD7B3C3F2}" type="slidenum">
              <a:rPr lang="en-US" altLang="en-US">
                <a:solidFill>
                  <a:srgbClr val="000000"/>
                </a:solidFill>
              </a:rPr>
              <a:pPr/>
              <a:t>‹#›</a:t>
            </a:fld>
            <a:endParaRPr lang="en-US" altLang="en-US">
              <a:solidFill>
                <a:srgbClr val="000000"/>
              </a:solidFill>
            </a:endParaRPr>
          </a:p>
        </p:txBody>
      </p:sp>
      <p:grpSp>
        <p:nvGrpSpPr>
          <p:cNvPr id="8200" name="Group 8"/>
          <p:cNvGrpSpPr>
            <a:grpSpLocks/>
          </p:cNvGrpSpPr>
          <p:nvPr userDrawn="1"/>
        </p:nvGrpSpPr>
        <p:grpSpPr bwMode="auto">
          <a:xfrm>
            <a:off x="1" y="2895601"/>
            <a:ext cx="12012084" cy="703263"/>
            <a:chOff x="0" y="528"/>
            <a:chExt cx="5675" cy="443"/>
          </a:xfrm>
        </p:grpSpPr>
        <p:grpSp>
          <p:nvGrpSpPr>
            <p:cNvPr id="8201" name="Group 9"/>
            <p:cNvGrpSpPr>
              <a:grpSpLocks/>
            </p:cNvGrpSpPr>
            <p:nvPr userDrawn="1"/>
          </p:nvGrpSpPr>
          <p:grpSpPr bwMode="auto">
            <a:xfrm>
              <a:off x="144" y="672"/>
              <a:ext cx="465" cy="299"/>
              <a:chOff x="912" y="2640"/>
              <a:chExt cx="672" cy="432"/>
            </a:xfrm>
          </p:grpSpPr>
          <p:sp>
            <p:nvSpPr>
              <p:cNvPr id="8202" name="Rectangle 10"/>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IN" sz="1800">
                  <a:solidFill>
                    <a:srgbClr val="000000"/>
                  </a:solidFill>
                </a:endParaRPr>
              </a:p>
            </p:txBody>
          </p:sp>
          <p:sp>
            <p:nvSpPr>
              <p:cNvPr id="8203" name="Rectangle 11"/>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IN" sz="1800">
                  <a:solidFill>
                    <a:srgbClr val="000000"/>
                  </a:solidFill>
                </a:endParaRPr>
              </a:p>
            </p:txBody>
          </p:sp>
        </p:grpSp>
        <p:sp>
          <p:nvSpPr>
            <p:cNvPr id="8204" name="Rectangle 12"/>
            <p:cNvSpPr>
              <a:spLocks noChangeArrowheads="1"/>
            </p:cNvSpPr>
            <p:nvPr userDrawn="1"/>
          </p:nvSpPr>
          <p:spPr bwMode="auto">
            <a:xfrm>
              <a:off x="0" y="528"/>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IN" sz="1800">
                <a:solidFill>
                  <a:srgbClr val="000000"/>
                </a:solidFill>
              </a:endParaRPr>
            </a:p>
          </p:txBody>
        </p:sp>
        <p:sp>
          <p:nvSpPr>
            <p:cNvPr id="8205" name="Rectangle 13"/>
            <p:cNvSpPr>
              <a:spLocks noChangeArrowheads="1"/>
            </p:cNvSpPr>
            <p:nvPr userDrawn="1"/>
          </p:nvSpPr>
          <p:spPr bwMode="auto">
            <a:xfrm flipV="1">
              <a:off x="199" y="758"/>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IN" sz="1800">
                <a:solidFill>
                  <a:srgbClr val="000000"/>
                </a:solidFill>
              </a:endParaRPr>
            </a:p>
          </p:txBody>
        </p:sp>
      </p:grpSp>
    </p:spTree>
    <p:extLst>
      <p:ext uri="{BB962C8B-B14F-4D97-AF65-F5344CB8AC3E}">
        <p14:creationId xmlns:p14="http://schemas.microsoft.com/office/powerpoint/2010/main" val="19093812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8AA87D47-E327-4C12-B29C-792DDB4D4AC7}"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2747146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0D4C05C5-8326-4F1F-9FAB-74B5BDC006A9}"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742280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lvl1pPr>
              <a:defRPr/>
            </a:lvl1pPr>
          </a:lstStyle>
          <a:p>
            <a:endParaRPr lang="en-US"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BE177590-5443-4F85-B900-F244299DA31E}"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78903787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lvl1pPr>
              <a:defRPr/>
            </a:lvl1pPr>
          </a:lstStyle>
          <a:p>
            <a:endParaRPr lang="en-US" altLang="en-US">
              <a:solidFill>
                <a:srgbClr val="000000"/>
              </a:solidFill>
            </a:endParaRPr>
          </a:p>
        </p:txBody>
      </p:sp>
      <p:sp>
        <p:nvSpPr>
          <p:cNvPr id="9" name="Slide Number Placeholder 8"/>
          <p:cNvSpPr>
            <a:spLocks noGrp="1"/>
          </p:cNvSpPr>
          <p:nvPr>
            <p:ph type="sldNum" sz="quarter" idx="12"/>
          </p:nvPr>
        </p:nvSpPr>
        <p:spPr/>
        <p:txBody>
          <a:bodyPr/>
          <a:lstStyle>
            <a:lvl1pPr>
              <a:defRPr/>
            </a:lvl1pPr>
          </a:lstStyle>
          <a:p>
            <a:fld id="{00462D1E-1A74-4D4C-B7B3-8374D6B5BFA2}"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25829804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lvl1pPr>
              <a:defRPr/>
            </a:lvl1pPr>
          </a:lstStyle>
          <a:p>
            <a:endParaRPr lang="en-US" altLang="en-US">
              <a:solidFill>
                <a:srgbClr val="000000"/>
              </a:solidFill>
            </a:endParaRPr>
          </a:p>
        </p:txBody>
      </p:sp>
      <p:sp>
        <p:nvSpPr>
          <p:cNvPr id="5" name="Slide Number Placeholder 4"/>
          <p:cNvSpPr>
            <a:spLocks noGrp="1"/>
          </p:cNvSpPr>
          <p:nvPr>
            <p:ph type="sldNum" sz="quarter" idx="12"/>
          </p:nvPr>
        </p:nvSpPr>
        <p:spPr/>
        <p:txBody>
          <a:bodyPr/>
          <a:lstStyle>
            <a:lvl1pPr>
              <a:defRPr/>
            </a:lvl1pPr>
          </a:lstStyle>
          <a:p>
            <a:fld id="{BE742FCF-4DDC-4C88-8FA7-DA75CFEEB071}"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5651412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ltLang="en-US">
              <a:solidFill>
                <a:srgbClr val="000000"/>
              </a:solidFill>
            </a:endParaRPr>
          </a:p>
        </p:txBody>
      </p:sp>
      <p:sp>
        <p:nvSpPr>
          <p:cNvPr id="4" name="Slide Number Placeholder 3"/>
          <p:cNvSpPr>
            <a:spLocks noGrp="1"/>
          </p:cNvSpPr>
          <p:nvPr>
            <p:ph type="sldNum" sz="quarter" idx="12"/>
          </p:nvPr>
        </p:nvSpPr>
        <p:spPr/>
        <p:txBody>
          <a:bodyPr/>
          <a:lstStyle>
            <a:lvl1pPr>
              <a:defRPr/>
            </a:lvl1pPr>
          </a:lstStyle>
          <a:p>
            <a:fld id="{C2E5D4BC-C8C2-496C-B718-F3E257F5BDF4}"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63803815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2D8A4711-7635-4FD6-B4C6-8359A7BE26A6}"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66215271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311EF0A1-78E5-42E6-A538-81E20C46C32B}"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28961822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FAC7592B-EDD7-4B8E-AE51-05FA2D459F5D}"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553819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1DF249AE-B23A-4CA6-ACD6-1BA60C621E46}"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412959457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9"/>
            <a:ext cx="109728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 name="Date Placeholder 2"/>
          <p:cNvSpPr>
            <a:spLocks noGrp="1"/>
          </p:cNvSpPr>
          <p:nvPr>
            <p:ph type="dt" sz="half" idx="10"/>
          </p:nvPr>
        </p:nvSpPr>
        <p:spPr>
          <a:xfrm>
            <a:off x="609600" y="6245225"/>
            <a:ext cx="2844800" cy="476250"/>
          </a:xfrm>
        </p:spPr>
        <p:txBody>
          <a:bodyPr/>
          <a:lstStyle>
            <a:lvl1pPr>
              <a:defRPr/>
            </a:lvl1pPr>
          </a:lstStyle>
          <a:p>
            <a:endParaRPr lang="en-US" altLang="en-US">
              <a:solidFill>
                <a:srgbClr val="000000"/>
              </a:solidFill>
            </a:endParaRPr>
          </a:p>
        </p:txBody>
      </p:sp>
      <p:sp>
        <p:nvSpPr>
          <p:cNvPr id="5" name="Slide Number Placeholder 4"/>
          <p:cNvSpPr>
            <a:spLocks noGrp="1"/>
          </p:cNvSpPr>
          <p:nvPr>
            <p:ph type="sldNum" sz="quarter" idx="12"/>
          </p:nvPr>
        </p:nvSpPr>
        <p:spPr>
          <a:xfrm>
            <a:off x="8737600" y="6245225"/>
            <a:ext cx="2844800" cy="476250"/>
          </a:xfrm>
        </p:spPr>
        <p:txBody>
          <a:bodyPr/>
          <a:lstStyle>
            <a:lvl1pPr>
              <a:defRPr/>
            </a:lvl1pPr>
          </a:lstStyle>
          <a:p>
            <a:fld id="{A8E4E519-295F-460C-8196-4AFA10FFFFA3}"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90714697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609600" y="6245225"/>
            <a:ext cx="2844800" cy="476250"/>
          </a:xfrm>
        </p:spPr>
        <p:txBody>
          <a:bodyPr/>
          <a:lstStyle>
            <a:lvl1pPr>
              <a:defRPr/>
            </a:lvl1pPr>
          </a:lstStyle>
          <a:p>
            <a:endParaRPr lang="en-US" altLang="en-US">
              <a:solidFill>
                <a:srgbClr val="000000"/>
              </a:solidFill>
            </a:endParaRPr>
          </a:p>
        </p:txBody>
      </p:sp>
      <p:sp>
        <p:nvSpPr>
          <p:cNvPr id="7" name="Slide Number Placeholder 6"/>
          <p:cNvSpPr>
            <a:spLocks noGrp="1"/>
          </p:cNvSpPr>
          <p:nvPr>
            <p:ph type="sldNum" sz="quarter" idx="12"/>
          </p:nvPr>
        </p:nvSpPr>
        <p:spPr>
          <a:xfrm>
            <a:off x="8737600" y="6245225"/>
            <a:ext cx="2844800" cy="476250"/>
          </a:xfrm>
        </p:spPr>
        <p:txBody>
          <a:bodyPr/>
          <a:lstStyle>
            <a:lvl1pPr>
              <a:defRPr/>
            </a:lvl1pPr>
          </a:lstStyle>
          <a:p>
            <a:fld id="{7975547A-60BE-4E8B-9A3D-D085B5D467C0}"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37516193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388486"/>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2"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28600" y="150743"/>
            <a:ext cx="10927080" cy="861240"/>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228601" y="1274018"/>
            <a:ext cx="11836401" cy="4593382"/>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228601" y="6446513"/>
            <a:ext cx="2472271" cy="365125"/>
          </a:xfrm>
          <a:prstGeom prst="rect">
            <a:avLst/>
          </a:prstGeom>
        </p:spPr>
        <p:txBody>
          <a:bodyPr vert="horz" lIns="91440" tIns="45720" rIns="91440" bIns="45720" rtlCol="0" anchor="ctr"/>
          <a:lstStyle>
            <a:lvl1pPr algn="l">
              <a:defRPr sz="900">
                <a:solidFill>
                  <a:srgbClr val="FFFFFF"/>
                </a:solidFill>
              </a:defRPr>
            </a:lvl1pPr>
          </a:lstStyle>
          <a:p>
            <a:pPr defTabSz="914423"/>
            <a:endParaRPr lang="en-US" dirty="0"/>
          </a:p>
        </p:txBody>
      </p:sp>
      <p:sp>
        <p:nvSpPr>
          <p:cNvPr id="5" name="Footer Placeholder 4"/>
          <p:cNvSpPr>
            <a:spLocks noGrp="1"/>
          </p:cNvSpPr>
          <p:nvPr>
            <p:ph type="ftr" sz="quarter" idx="3"/>
          </p:nvPr>
        </p:nvSpPr>
        <p:spPr>
          <a:xfrm>
            <a:off x="2733109" y="6459532"/>
            <a:ext cx="7983513" cy="365125"/>
          </a:xfrm>
          <a:prstGeom prst="rect">
            <a:avLst/>
          </a:prstGeom>
        </p:spPr>
        <p:txBody>
          <a:bodyPr vert="horz" lIns="91440" tIns="45720" rIns="91440" bIns="45720" rtlCol="0" anchor="ctr"/>
          <a:lstStyle>
            <a:lvl1pPr algn="ctr">
              <a:defRPr sz="900" cap="all" baseline="0">
                <a:solidFill>
                  <a:schemeClr val="bg1"/>
                </a:solidFill>
                <a:latin typeface="DejaVu Serif" panose="02060603050605020204" pitchFamily="18" charset="0"/>
                <a:ea typeface="DejaVu Serif" panose="02060603050605020204" pitchFamily="18" charset="0"/>
              </a:defRPr>
            </a:lvl1pPr>
          </a:lstStyle>
          <a:p>
            <a:pPr defTabSz="914423"/>
            <a:endParaRPr lang="en-US" dirty="0">
              <a:solidFill>
                <a:prstClr val="white"/>
              </a:solidFill>
            </a:endParaRPr>
          </a:p>
        </p:txBody>
      </p:sp>
      <p:sp>
        <p:nvSpPr>
          <p:cNvPr id="6" name="Slide Number Placeholder 5"/>
          <p:cNvSpPr>
            <a:spLocks noGrp="1"/>
          </p:cNvSpPr>
          <p:nvPr>
            <p:ph type="sldNum" sz="quarter" idx="4"/>
          </p:nvPr>
        </p:nvSpPr>
        <p:spPr>
          <a:xfrm>
            <a:off x="10716622" y="6434526"/>
            <a:ext cx="1312025" cy="365125"/>
          </a:xfrm>
          <a:prstGeom prst="rect">
            <a:avLst/>
          </a:prstGeom>
        </p:spPr>
        <p:txBody>
          <a:bodyPr vert="horz" lIns="91440" tIns="45720" rIns="91440" bIns="45720" rtlCol="0" anchor="ctr"/>
          <a:lstStyle>
            <a:lvl1pPr algn="r">
              <a:defRPr sz="1050">
                <a:solidFill>
                  <a:srgbClr val="FFFFFF"/>
                </a:solidFill>
              </a:defRPr>
            </a:lvl1pPr>
          </a:lstStyle>
          <a:p>
            <a:pPr defTabSz="914423"/>
            <a:fld id="{FA088B27-51EA-43CF-84BE-213EAFDFD34D}" type="slidenum">
              <a:rPr lang="en-US" smtClean="0"/>
              <a:pPr defTabSz="914423"/>
              <a:t>‹#›</a:t>
            </a:fld>
            <a:endParaRPr lang="en-US"/>
          </a:p>
        </p:txBody>
      </p:sp>
      <p:cxnSp>
        <p:nvCxnSpPr>
          <p:cNvPr id="10" name="Straight Connector 9"/>
          <p:cNvCxnSpPr/>
          <p:nvPr/>
        </p:nvCxnSpPr>
        <p:spPr>
          <a:xfrm>
            <a:off x="228601" y="1143000"/>
            <a:ext cx="1098388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35236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23"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2" indent="-91442" algn="l" defTabSz="914423" rtl="0" eaLnBrk="1" latinLnBrk="0" hangingPunct="1">
        <a:lnSpc>
          <a:spcPct val="90000"/>
        </a:lnSpc>
        <a:spcBef>
          <a:spcPts val="1200"/>
        </a:spcBef>
        <a:spcAft>
          <a:spcPts val="201"/>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58" indent="-182885" algn="l" defTabSz="914423" rtl="0" eaLnBrk="1" latinLnBrk="0" hangingPunct="1">
        <a:lnSpc>
          <a:spcPct val="90000"/>
        </a:lnSpc>
        <a:spcBef>
          <a:spcPts val="201"/>
        </a:spcBef>
        <a:spcAft>
          <a:spcPts val="400"/>
        </a:spcAft>
        <a:buClr>
          <a:schemeClr val="accent1"/>
        </a:buClr>
        <a:buFont typeface="Calibri" pitchFamily="34" charset="0"/>
        <a:buChar char="◦"/>
        <a:defRPr sz="1801" kern="1200">
          <a:solidFill>
            <a:schemeClr val="tx1">
              <a:lumMod val="75000"/>
              <a:lumOff val="25000"/>
            </a:schemeClr>
          </a:solidFill>
          <a:latin typeface="+mn-lt"/>
          <a:ea typeface="+mn-ea"/>
          <a:cs typeface="+mn-cs"/>
        </a:defRPr>
      </a:lvl2pPr>
      <a:lvl3pPr marL="566942" indent="-182885" algn="l" defTabSz="914423" rtl="0" eaLnBrk="1" latinLnBrk="0" hangingPunct="1">
        <a:lnSpc>
          <a:spcPct val="90000"/>
        </a:lnSpc>
        <a:spcBef>
          <a:spcPts val="201"/>
        </a:spcBef>
        <a:spcAft>
          <a:spcPts val="400"/>
        </a:spcAft>
        <a:buClr>
          <a:schemeClr val="accent1"/>
        </a:buClr>
        <a:buFont typeface="Calibri" pitchFamily="34" charset="0"/>
        <a:buChar char="◦"/>
        <a:defRPr sz="1401" kern="1200">
          <a:solidFill>
            <a:schemeClr val="tx1">
              <a:lumMod val="75000"/>
              <a:lumOff val="25000"/>
            </a:schemeClr>
          </a:solidFill>
          <a:latin typeface="+mn-lt"/>
          <a:ea typeface="+mn-ea"/>
          <a:cs typeface="+mn-cs"/>
        </a:defRPr>
      </a:lvl3pPr>
      <a:lvl4pPr marL="749827" indent="-182885" algn="l" defTabSz="914423" rtl="0" eaLnBrk="1" latinLnBrk="0" hangingPunct="1">
        <a:lnSpc>
          <a:spcPct val="90000"/>
        </a:lnSpc>
        <a:spcBef>
          <a:spcPts val="201"/>
        </a:spcBef>
        <a:spcAft>
          <a:spcPts val="400"/>
        </a:spcAft>
        <a:buClr>
          <a:schemeClr val="accent1"/>
        </a:buClr>
        <a:buFont typeface="Calibri" pitchFamily="34" charset="0"/>
        <a:buChar char="◦"/>
        <a:defRPr sz="1401" kern="1200">
          <a:solidFill>
            <a:schemeClr val="tx1">
              <a:lumMod val="75000"/>
              <a:lumOff val="25000"/>
            </a:schemeClr>
          </a:solidFill>
          <a:latin typeface="+mn-lt"/>
          <a:ea typeface="+mn-ea"/>
          <a:cs typeface="+mn-cs"/>
        </a:defRPr>
      </a:lvl4pPr>
      <a:lvl5pPr marL="932711" indent="-182885" algn="l" defTabSz="914423" rtl="0" eaLnBrk="1" latinLnBrk="0" hangingPunct="1">
        <a:lnSpc>
          <a:spcPct val="90000"/>
        </a:lnSpc>
        <a:spcBef>
          <a:spcPts val="201"/>
        </a:spcBef>
        <a:spcAft>
          <a:spcPts val="400"/>
        </a:spcAft>
        <a:buClr>
          <a:schemeClr val="accent1"/>
        </a:buClr>
        <a:buFont typeface="Calibri" pitchFamily="34" charset="0"/>
        <a:buChar char="◦"/>
        <a:defRPr sz="1401" kern="1200">
          <a:solidFill>
            <a:schemeClr val="tx1">
              <a:lumMod val="75000"/>
              <a:lumOff val="25000"/>
            </a:schemeClr>
          </a:solidFill>
          <a:latin typeface="+mn-lt"/>
          <a:ea typeface="+mn-ea"/>
          <a:cs typeface="+mn-cs"/>
        </a:defRPr>
      </a:lvl5pPr>
      <a:lvl6pPr marL="1100028" indent="-228606" algn="l" defTabSz="914423" rtl="0" eaLnBrk="1" latinLnBrk="0" hangingPunct="1">
        <a:lnSpc>
          <a:spcPct val="90000"/>
        </a:lnSpc>
        <a:spcBef>
          <a:spcPts val="201"/>
        </a:spcBef>
        <a:spcAft>
          <a:spcPts val="400"/>
        </a:spcAft>
        <a:buClr>
          <a:schemeClr val="accent1"/>
        </a:buClr>
        <a:buFont typeface="Calibri" pitchFamily="34" charset="0"/>
        <a:buChar char="◦"/>
        <a:defRPr sz="1401" kern="1200">
          <a:solidFill>
            <a:schemeClr val="tx1">
              <a:lumMod val="75000"/>
              <a:lumOff val="25000"/>
            </a:schemeClr>
          </a:solidFill>
          <a:latin typeface="+mn-lt"/>
          <a:ea typeface="+mn-ea"/>
          <a:cs typeface="+mn-cs"/>
        </a:defRPr>
      </a:lvl6pPr>
      <a:lvl7pPr marL="1300033" indent="-228606" algn="l" defTabSz="914423" rtl="0" eaLnBrk="1" latinLnBrk="0" hangingPunct="1">
        <a:lnSpc>
          <a:spcPct val="90000"/>
        </a:lnSpc>
        <a:spcBef>
          <a:spcPts val="201"/>
        </a:spcBef>
        <a:spcAft>
          <a:spcPts val="400"/>
        </a:spcAft>
        <a:buClr>
          <a:schemeClr val="accent1"/>
        </a:buClr>
        <a:buFont typeface="Calibri" pitchFamily="34" charset="0"/>
        <a:buChar char="◦"/>
        <a:defRPr sz="1401" kern="1200">
          <a:solidFill>
            <a:schemeClr val="tx1">
              <a:lumMod val="75000"/>
              <a:lumOff val="25000"/>
            </a:schemeClr>
          </a:solidFill>
          <a:latin typeface="+mn-lt"/>
          <a:ea typeface="+mn-ea"/>
          <a:cs typeface="+mn-cs"/>
        </a:defRPr>
      </a:lvl7pPr>
      <a:lvl8pPr marL="1500038" indent="-228606" algn="l" defTabSz="914423" rtl="0" eaLnBrk="1" latinLnBrk="0" hangingPunct="1">
        <a:lnSpc>
          <a:spcPct val="90000"/>
        </a:lnSpc>
        <a:spcBef>
          <a:spcPts val="201"/>
        </a:spcBef>
        <a:spcAft>
          <a:spcPts val="400"/>
        </a:spcAft>
        <a:buClr>
          <a:schemeClr val="accent1"/>
        </a:buClr>
        <a:buFont typeface="Calibri" pitchFamily="34" charset="0"/>
        <a:buChar char="◦"/>
        <a:defRPr sz="1401" kern="1200">
          <a:solidFill>
            <a:schemeClr val="tx1">
              <a:lumMod val="75000"/>
              <a:lumOff val="25000"/>
            </a:schemeClr>
          </a:solidFill>
          <a:latin typeface="+mn-lt"/>
          <a:ea typeface="+mn-ea"/>
          <a:cs typeface="+mn-cs"/>
        </a:defRPr>
      </a:lvl8pPr>
      <a:lvl9pPr marL="1700043" indent="-228606" algn="l" defTabSz="914423" rtl="0" eaLnBrk="1" latinLnBrk="0" hangingPunct="1">
        <a:lnSpc>
          <a:spcPct val="90000"/>
        </a:lnSpc>
        <a:spcBef>
          <a:spcPts val="201"/>
        </a:spcBef>
        <a:spcAft>
          <a:spcPts val="400"/>
        </a:spcAft>
        <a:buClr>
          <a:schemeClr val="accent1"/>
        </a:buClr>
        <a:buFont typeface="Calibri" pitchFamily="34" charset="0"/>
        <a:buChar char="◦"/>
        <a:defRPr sz="1401" kern="1200">
          <a:solidFill>
            <a:schemeClr val="tx1">
              <a:lumMod val="75000"/>
              <a:lumOff val="25000"/>
            </a:schemeClr>
          </a:solidFill>
          <a:latin typeface="+mn-lt"/>
          <a:ea typeface="+mn-ea"/>
          <a:cs typeface="+mn-cs"/>
        </a:defRPr>
      </a:lvl9pPr>
    </p:bodyStyle>
    <p:otherStyle>
      <a:defPPr>
        <a:defRPr lang="en-US"/>
      </a:defPPr>
      <a:lvl1pPr marL="0" algn="l" defTabSz="914423" rtl="0" eaLnBrk="1" latinLnBrk="0" hangingPunct="1">
        <a:defRPr sz="1801" kern="1200">
          <a:solidFill>
            <a:schemeClr val="tx1"/>
          </a:solidFill>
          <a:latin typeface="+mn-lt"/>
          <a:ea typeface="+mn-ea"/>
          <a:cs typeface="+mn-cs"/>
        </a:defRPr>
      </a:lvl1pPr>
      <a:lvl2pPr marL="457211" algn="l" defTabSz="914423" rtl="0" eaLnBrk="1" latinLnBrk="0" hangingPunct="1">
        <a:defRPr sz="1801" kern="1200">
          <a:solidFill>
            <a:schemeClr val="tx1"/>
          </a:solidFill>
          <a:latin typeface="+mn-lt"/>
          <a:ea typeface="+mn-ea"/>
          <a:cs typeface="+mn-cs"/>
        </a:defRPr>
      </a:lvl2pPr>
      <a:lvl3pPr marL="914423" algn="l" defTabSz="914423" rtl="0" eaLnBrk="1" latinLnBrk="0" hangingPunct="1">
        <a:defRPr sz="1801" kern="1200">
          <a:solidFill>
            <a:schemeClr val="tx1"/>
          </a:solidFill>
          <a:latin typeface="+mn-lt"/>
          <a:ea typeface="+mn-ea"/>
          <a:cs typeface="+mn-cs"/>
        </a:defRPr>
      </a:lvl3pPr>
      <a:lvl4pPr marL="1371634" algn="l" defTabSz="914423" rtl="0" eaLnBrk="1" latinLnBrk="0" hangingPunct="1">
        <a:defRPr sz="1801" kern="1200">
          <a:solidFill>
            <a:schemeClr val="tx1"/>
          </a:solidFill>
          <a:latin typeface="+mn-lt"/>
          <a:ea typeface="+mn-ea"/>
          <a:cs typeface="+mn-cs"/>
        </a:defRPr>
      </a:lvl4pPr>
      <a:lvl5pPr marL="1828846" algn="l" defTabSz="914423" rtl="0" eaLnBrk="1" latinLnBrk="0" hangingPunct="1">
        <a:defRPr sz="1801" kern="1200">
          <a:solidFill>
            <a:schemeClr val="tx1"/>
          </a:solidFill>
          <a:latin typeface="+mn-lt"/>
          <a:ea typeface="+mn-ea"/>
          <a:cs typeface="+mn-cs"/>
        </a:defRPr>
      </a:lvl5pPr>
      <a:lvl6pPr marL="2286057" algn="l" defTabSz="914423" rtl="0" eaLnBrk="1" latinLnBrk="0" hangingPunct="1">
        <a:defRPr sz="1801" kern="1200">
          <a:solidFill>
            <a:schemeClr val="tx1"/>
          </a:solidFill>
          <a:latin typeface="+mn-lt"/>
          <a:ea typeface="+mn-ea"/>
          <a:cs typeface="+mn-cs"/>
        </a:defRPr>
      </a:lvl6pPr>
      <a:lvl7pPr marL="2743269" algn="l" defTabSz="914423" rtl="0" eaLnBrk="1" latinLnBrk="0" hangingPunct="1">
        <a:defRPr sz="1801" kern="1200">
          <a:solidFill>
            <a:schemeClr val="tx1"/>
          </a:solidFill>
          <a:latin typeface="+mn-lt"/>
          <a:ea typeface="+mn-ea"/>
          <a:cs typeface="+mn-cs"/>
        </a:defRPr>
      </a:lvl7pPr>
      <a:lvl8pPr marL="3200480" algn="l" defTabSz="914423" rtl="0" eaLnBrk="1" latinLnBrk="0" hangingPunct="1">
        <a:defRPr sz="1801" kern="1200">
          <a:solidFill>
            <a:schemeClr val="tx1"/>
          </a:solidFill>
          <a:latin typeface="+mn-lt"/>
          <a:ea typeface="+mn-ea"/>
          <a:cs typeface="+mn-cs"/>
        </a:defRPr>
      </a:lvl8pPr>
      <a:lvl9pPr marL="3657691" algn="l" defTabSz="914423"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28600" y="150743"/>
            <a:ext cx="10927080" cy="861240"/>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228599" y="1274018"/>
            <a:ext cx="11836401" cy="4593382"/>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228599" y="6439643"/>
            <a:ext cx="2472271" cy="365125"/>
          </a:xfrm>
          <a:prstGeom prst="rect">
            <a:avLst/>
          </a:prstGeom>
        </p:spPr>
        <p:txBody>
          <a:bodyPr vert="horz" lIns="91440" tIns="45720" rIns="91440" bIns="45720" rtlCol="0" anchor="ctr"/>
          <a:lstStyle>
            <a:lvl1pPr algn="l">
              <a:defRPr sz="900">
                <a:solidFill>
                  <a:srgbClr val="FFFFFF"/>
                </a:solidFill>
              </a:defRPr>
            </a:lvl1pPr>
          </a:lstStyle>
          <a:p>
            <a:pPr defTabSz="914423"/>
            <a:endParaRPr lang="en-US" dirty="0"/>
          </a:p>
        </p:txBody>
      </p:sp>
      <p:sp>
        <p:nvSpPr>
          <p:cNvPr id="5" name="Footer Placeholder 4"/>
          <p:cNvSpPr>
            <a:spLocks noGrp="1"/>
          </p:cNvSpPr>
          <p:nvPr>
            <p:ph type="ftr" sz="quarter" idx="3"/>
          </p:nvPr>
        </p:nvSpPr>
        <p:spPr>
          <a:xfrm>
            <a:off x="3686184" y="6459787"/>
            <a:ext cx="4822804" cy="365125"/>
          </a:xfrm>
          <a:prstGeom prst="rect">
            <a:avLst/>
          </a:prstGeom>
        </p:spPr>
        <p:txBody>
          <a:bodyPr vert="horz" lIns="91440" tIns="45720" rIns="91440" bIns="45720" rtlCol="0" anchor="ctr"/>
          <a:lstStyle>
            <a:lvl1pPr algn="ctr">
              <a:defRPr sz="900" cap="all" baseline="0">
                <a:solidFill>
                  <a:schemeClr val="tx2">
                    <a:lumMod val="75000"/>
                  </a:schemeClr>
                </a:solidFill>
                <a:latin typeface="DejaVu Serif" panose="02060603050605020204" pitchFamily="18" charset="0"/>
                <a:ea typeface="DejaVu Serif" panose="02060603050605020204" pitchFamily="18" charset="0"/>
              </a:defRPr>
            </a:lvl1pPr>
          </a:lstStyle>
          <a:p>
            <a:pPr defTabSz="914423"/>
            <a:endParaRPr lang="en-US" dirty="0">
              <a:solidFill>
                <a:srgbClr val="242852">
                  <a:lumMod val="75000"/>
                </a:srgbClr>
              </a:solidFill>
            </a:endParaRPr>
          </a:p>
        </p:txBody>
      </p:sp>
      <p:sp>
        <p:nvSpPr>
          <p:cNvPr id="6" name="Slide Number Placeholder 5"/>
          <p:cNvSpPr>
            <a:spLocks noGrp="1"/>
          </p:cNvSpPr>
          <p:nvPr>
            <p:ph type="sldNum" sz="quarter" idx="4"/>
          </p:nvPr>
        </p:nvSpPr>
        <p:spPr>
          <a:xfrm>
            <a:off x="10716621" y="6434524"/>
            <a:ext cx="1312025" cy="365125"/>
          </a:xfrm>
          <a:prstGeom prst="rect">
            <a:avLst/>
          </a:prstGeom>
        </p:spPr>
        <p:txBody>
          <a:bodyPr vert="horz" lIns="91440" tIns="45720" rIns="91440" bIns="45720" rtlCol="0" anchor="ctr"/>
          <a:lstStyle>
            <a:lvl1pPr algn="r">
              <a:defRPr sz="1050">
                <a:solidFill>
                  <a:srgbClr val="FFFFFF"/>
                </a:solidFill>
              </a:defRPr>
            </a:lvl1pPr>
          </a:lstStyle>
          <a:p>
            <a:pPr defTabSz="914423"/>
            <a:fld id="{FA088B27-51EA-43CF-84BE-213EAFDFD34D}" type="slidenum">
              <a:rPr lang="en-US" smtClean="0"/>
              <a:pPr defTabSz="914423"/>
              <a:t>‹#›</a:t>
            </a:fld>
            <a:endParaRPr lang="en-US"/>
          </a:p>
        </p:txBody>
      </p:sp>
      <p:cxnSp>
        <p:nvCxnSpPr>
          <p:cNvPr id="10" name="Straight Connector 9"/>
          <p:cNvCxnSpPr/>
          <p:nvPr/>
        </p:nvCxnSpPr>
        <p:spPr>
          <a:xfrm>
            <a:off x="228600" y="1143000"/>
            <a:ext cx="1098388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72835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23"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2" indent="-91442" algn="l" defTabSz="914423" rtl="0" eaLnBrk="1" latinLnBrk="0" hangingPunct="1">
        <a:lnSpc>
          <a:spcPct val="90000"/>
        </a:lnSpc>
        <a:spcBef>
          <a:spcPts val="1200"/>
        </a:spcBef>
        <a:spcAft>
          <a:spcPts val="201"/>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58" indent="-182885" algn="l" defTabSz="914423" rtl="0" eaLnBrk="1" latinLnBrk="0" hangingPunct="1">
        <a:lnSpc>
          <a:spcPct val="90000"/>
        </a:lnSpc>
        <a:spcBef>
          <a:spcPts val="201"/>
        </a:spcBef>
        <a:spcAft>
          <a:spcPts val="400"/>
        </a:spcAft>
        <a:buClr>
          <a:schemeClr val="accent1"/>
        </a:buClr>
        <a:buFont typeface="Calibri" pitchFamily="34" charset="0"/>
        <a:buChar char="◦"/>
        <a:defRPr sz="1801" kern="1200">
          <a:solidFill>
            <a:schemeClr val="tx1">
              <a:lumMod val="75000"/>
              <a:lumOff val="25000"/>
            </a:schemeClr>
          </a:solidFill>
          <a:latin typeface="+mn-lt"/>
          <a:ea typeface="+mn-ea"/>
          <a:cs typeface="+mn-cs"/>
        </a:defRPr>
      </a:lvl2pPr>
      <a:lvl3pPr marL="566942" indent="-182885" algn="l" defTabSz="914423" rtl="0" eaLnBrk="1" latinLnBrk="0" hangingPunct="1">
        <a:lnSpc>
          <a:spcPct val="90000"/>
        </a:lnSpc>
        <a:spcBef>
          <a:spcPts val="201"/>
        </a:spcBef>
        <a:spcAft>
          <a:spcPts val="400"/>
        </a:spcAft>
        <a:buClr>
          <a:schemeClr val="accent1"/>
        </a:buClr>
        <a:buFont typeface="Calibri" pitchFamily="34" charset="0"/>
        <a:buChar char="◦"/>
        <a:defRPr sz="1401" kern="1200">
          <a:solidFill>
            <a:schemeClr val="tx1">
              <a:lumMod val="75000"/>
              <a:lumOff val="25000"/>
            </a:schemeClr>
          </a:solidFill>
          <a:latin typeface="+mn-lt"/>
          <a:ea typeface="+mn-ea"/>
          <a:cs typeface="+mn-cs"/>
        </a:defRPr>
      </a:lvl3pPr>
      <a:lvl4pPr marL="749827" indent="-182885" algn="l" defTabSz="914423" rtl="0" eaLnBrk="1" latinLnBrk="0" hangingPunct="1">
        <a:lnSpc>
          <a:spcPct val="90000"/>
        </a:lnSpc>
        <a:spcBef>
          <a:spcPts val="201"/>
        </a:spcBef>
        <a:spcAft>
          <a:spcPts val="400"/>
        </a:spcAft>
        <a:buClr>
          <a:schemeClr val="accent1"/>
        </a:buClr>
        <a:buFont typeface="Calibri" pitchFamily="34" charset="0"/>
        <a:buChar char="◦"/>
        <a:defRPr sz="1401" kern="1200">
          <a:solidFill>
            <a:schemeClr val="tx1">
              <a:lumMod val="75000"/>
              <a:lumOff val="25000"/>
            </a:schemeClr>
          </a:solidFill>
          <a:latin typeface="+mn-lt"/>
          <a:ea typeface="+mn-ea"/>
          <a:cs typeface="+mn-cs"/>
        </a:defRPr>
      </a:lvl4pPr>
      <a:lvl5pPr marL="932711" indent="-182885" algn="l" defTabSz="914423" rtl="0" eaLnBrk="1" latinLnBrk="0" hangingPunct="1">
        <a:lnSpc>
          <a:spcPct val="90000"/>
        </a:lnSpc>
        <a:spcBef>
          <a:spcPts val="201"/>
        </a:spcBef>
        <a:spcAft>
          <a:spcPts val="400"/>
        </a:spcAft>
        <a:buClr>
          <a:schemeClr val="accent1"/>
        </a:buClr>
        <a:buFont typeface="Calibri" pitchFamily="34" charset="0"/>
        <a:buChar char="◦"/>
        <a:defRPr sz="1401" kern="1200">
          <a:solidFill>
            <a:schemeClr val="tx1">
              <a:lumMod val="75000"/>
              <a:lumOff val="25000"/>
            </a:schemeClr>
          </a:solidFill>
          <a:latin typeface="+mn-lt"/>
          <a:ea typeface="+mn-ea"/>
          <a:cs typeface="+mn-cs"/>
        </a:defRPr>
      </a:lvl5pPr>
      <a:lvl6pPr marL="1100028" indent="-228606" algn="l" defTabSz="914423" rtl="0" eaLnBrk="1" latinLnBrk="0" hangingPunct="1">
        <a:lnSpc>
          <a:spcPct val="90000"/>
        </a:lnSpc>
        <a:spcBef>
          <a:spcPts val="201"/>
        </a:spcBef>
        <a:spcAft>
          <a:spcPts val="400"/>
        </a:spcAft>
        <a:buClr>
          <a:schemeClr val="accent1"/>
        </a:buClr>
        <a:buFont typeface="Calibri" pitchFamily="34" charset="0"/>
        <a:buChar char="◦"/>
        <a:defRPr sz="1401" kern="1200">
          <a:solidFill>
            <a:schemeClr val="tx1">
              <a:lumMod val="75000"/>
              <a:lumOff val="25000"/>
            </a:schemeClr>
          </a:solidFill>
          <a:latin typeface="+mn-lt"/>
          <a:ea typeface="+mn-ea"/>
          <a:cs typeface="+mn-cs"/>
        </a:defRPr>
      </a:lvl6pPr>
      <a:lvl7pPr marL="1300033" indent="-228606" algn="l" defTabSz="914423" rtl="0" eaLnBrk="1" latinLnBrk="0" hangingPunct="1">
        <a:lnSpc>
          <a:spcPct val="90000"/>
        </a:lnSpc>
        <a:spcBef>
          <a:spcPts val="201"/>
        </a:spcBef>
        <a:spcAft>
          <a:spcPts val="400"/>
        </a:spcAft>
        <a:buClr>
          <a:schemeClr val="accent1"/>
        </a:buClr>
        <a:buFont typeface="Calibri" pitchFamily="34" charset="0"/>
        <a:buChar char="◦"/>
        <a:defRPr sz="1401" kern="1200">
          <a:solidFill>
            <a:schemeClr val="tx1">
              <a:lumMod val="75000"/>
              <a:lumOff val="25000"/>
            </a:schemeClr>
          </a:solidFill>
          <a:latin typeface="+mn-lt"/>
          <a:ea typeface="+mn-ea"/>
          <a:cs typeface="+mn-cs"/>
        </a:defRPr>
      </a:lvl7pPr>
      <a:lvl8pPr marL="1500038" indent="-228606" algn="l" defTabSz="914423" rtl="0" eaLnBrk="1" latinLnBrk="0" hangingPunct="1">
        <a:lnSpc>
          <a:spcPct val="90000"/>
        </a:lnSpc>
        <a:spcBef>
          <a:spcPts val="201"/>
        </a:spcBef>
        <a:spcAft>
          <a:spcPts val="400"/>
        </a:spcAft>
        <a:buClr>
          <a:schemeClr val="accent1"/>
        </a:buClr>
        <a:buFont typeface="Calibri" pitchFamily="34" charset="0"/>
        <a:buChar char="◦"/>
        <a:defRPr sz="1401" kern="1200">
          <a:solidFill>
            <a:schemeClr val="tx1">
              <a:lumMod val="75000"/>
              <a:lumOff val="25000"/>
            </a:schemeClr>
          </a:solidFill>
          <a:latin typeface="+mn-lt"/>
          <a:ea typeface="+mn-ea"/>
          <a:cs typeface="+mn-cs"/>
        </a:defRPr>
      </a:lvl8pPr>
      <a:lvl9pPr marL="1700043" indent="-228606" algn="l" defTabSz="914423" rtl="0" eaLnBrk="1" latinLnBrk="0" hangingPunct="1">
        <a:lnSpc>
          <a:spcPct val="90000"/>
        </a:lnSpc>
        <a:spcBef>
          <a:spcPts val="201"/>
        </a:spcBef>
        <a:spcAft>
          <a:spcPts val="400"/>
        </a:spcAft>
        <a:buClr>
          <a:schemeClr val="accent1"/>
        </a:buClr>
        <a:buFont typeface="Calibri" pitchFamily="34" charset="0"/>
        <a:buChar char="◦"/>
        <a:defRPr sz="1401" kern="1200">
          <a:solidFill>
            <a:schemeClr val="tx1">
              <a:lumMod val="75000"/>
              <a:lumOff val="25000"/>
            </a:schemeClr>
          </a:solidFill>
          <a:latin typeface="+mn-lt"/>
          <a:ea typeface="+mn-ea"/>
          <a:cs typeface="+mn-cs"/>
        </a:defRPr>
      </a:lvl9pPr>
    </p:bodyStyle>
    <p:otherStyle>
      <a:defPPr>
        <a:defRPr lang="en-US"/>
      </a:defPPr>
      <a:lvl1pPr marL="0" algn="l" defTabSz="914423" rtl="0" eaLnBrk="1" latinLnBrk="0" hangingPunct="1">
        <a:defRPr sz="1801" kern="1200">
          <a:solidFill>
            <a:schemeClr val="tx1"/>
          </a:solidFill>
          <a:latin typeface="+mn-lt"/>
          <a:ea typeface="+mn-ea"/>
          <a:cs typeface="+mn-cs"/>
        </a:defRPr>
      </a:lvl1pPr>
      <a:lvl2pPr marL="457211" algn="l" defTabSz="914423" rtl="0" eaLnBrk="1" latinLnBrk="0" hangingPunct="1">
        <a:defRPr sz="1801" kern="1200">
          <a:solidFill>
            <a:schemeClr val="tx1"/>
          </a:solidFill>
          <a:latin typeface="+mn-lt"/>
          <a:ea typeface="+mn-ea"/>
          <a:cs typeface="+mn-cs"/>
        </a:defRPr>
      </a:lvl2pPr>
      <a:lvl3pPr marL="914423" algn="l" defTabSz="914423" rtl="0" eaLnBrk="1" latinLnBrk="0" hangingPunct="1">
        <a:defRPr sz="1801" kern="1200">
          <a:solidFill>
            <a:schemeClr val="tx1"/>
          </a:solidFill>
          <a:latin typeface="+mn-lt"/>
          <a:ea typeface="+mn-ea"/>
          <a:cs typeface="+mn-cs"/>
        </a:defRPr>
      </a:lvl3pPr>
      <a:lvl4pPr marL="1371634" algn="l" defTabSz="914423" rtl="0" eaLnBrk="1" latinLnBrk="0" hangingPunct="1">
        <a:defRPr sz="1801" kern="1200">
          <a:solidFill>
            <a:schemeClr val="tx1"/>
          </a:solidFill>
          <a:latin typeface="+mn-lt"/>
          <a:ea typeface="+mn-ea"/>
          <a:cs typeface="+mn-cs"/>
        </a:defRPr>
      </a:lvl4pPr>
      <a:lvl5pPr marL="1828846" algn="l" defTabSz="914423" rtl="0" eaLnBrk="1" latinLnBrk="0" hangingPunct="1">
        <a:defRPr sz="1801" kern="1200">
          <a:solidFill>
            <a:schemeClr val="tx1"/>
          </a:solidFill>
          <a:latin typeface="+mn-lt"/>
          <a:ea typeface="+mn-ea"/>
          <a:cs typeface="+mn-cs"/>
        </a:defRPr>
      </a:lvl5pPr>
      <a:lvl6pPr marL="2286057" algn="l" defTabSz="914423" rtl="0" eaLnBrk="1" latinLnBrk="0" hangingPunct="1">
        <a:defRPr sz="1801" kern="1200">
          <a:solidFill>
            <a:schemeClr val="tx1"/>
          </a:solidFill>
          <a:latin typeface="+mn-lt"/>
          <a:ea typeface="+mn-ea"/>
          <a:cs typeface="+mn-cs"/>
        </a:defRPr>
      </a:lvl6pPr>
      <a:lvl7pPr marL="2743269" algn="l" defTabSz="914423" rtl="0" eaLnBrk="1" latinLnBrk="0" hangingPunct="1">
        <a:defRPr sz="1801" kern="1200">
          <a:solidFill>
            <a:schemeClr val="tx1"/>
          </a:solidFill>
          <a:latin typeface="+mn-lt"/>
          <a:ea typeface="+mn-ea"/>
          <a:cs typeface="+mn-cs"/>
        </a:defRPr>
      </a:lvl7pPr>
      <a:lvl8pPr marL="3200480" algn="l" defTabSz="914423" rtl="0" eaLnBrk="1" latinLnBrk="0" hangingPunct="1">
        <a:defRPr sz="1801" kern="1200">
          <a:solidFill>
            <a:schemeClr val="tx1"/>
          </a:solidFill>
          <a:latin typeface="+mn-lt"/>
          <a:ea typeface="+mn-ea"/>
          <a:cs typeface="+mn-cs"/>
        </a:defRPr>
      </a:lvl8pPr>
      <a:lvl9pPr marL="3657691" algn="l" defTabSz="914423" rtl="0" eaLnBrk="1" latinLnBrk="0" hangingPunct="1">
        <a:defRPr sz="1801"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7171" name="Rectangle 3"/>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172"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pPr fontAlgn="base">
              <a:spcBef>
                <a:spcPct val="0"/>
              </a:spcBef>
              <a:spcAft>
                <a:spcPct val="0"/>
              </a:spcAft>
            </a:pPr>
            <a:endParaRPr lang="en-US" altLang="en-US">
              <a:solidFill>
                <a:srgbClr val="000000"/>
              </a:solidFill>
            </a:endParaRPr>
          </a:p>
        </p:txBody>
      </p:sp>
      <p:sp>
        <p:nvSpPr>
          <p:cNvPr id="7174"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pPr fontAlgn="base">
              <a:spcBef>
                <a:spcPct val="0"/>
              </a:spcBef>
              <a:spcAft>
                <a:spcPct val="0"/>
              </a:spcAft>
            </a:pPr>
            <a:fld id="{646EE152-C6CA-4E39-B0D4-744E0E6AC264}" type="slidenum">
              <a:rPr lang="en-US" altLang="en-US" smtClean="0">
                <a:solidFill>
                  <a:srgbClr val="000000"/>
                </a:solidFill>
              </a:rPr>
              <a:pPr fontAlgn="base">
                <a:spcBef>
                  <a:spcPct val="0"/>
                </a:spcBef>
                <a:spcAft>
                  <a:spcPct val="0"/>
                </a:spcAft>
              </a:pPr>
              <a:t>‹#›</a:t>
            </a:fld>
            <a:endParaRPr lang="en-US" altLang="en-US">
              <a:solidFill>
                <a:srgbClr val="000000"/>
              </a:solidFill>
            </a:endParaRPr>
          </a:p>
        </p:txBody>
      </p:sp>
      <p:sp>
        <p:nvSpPr>
          <p:cNvPr id="7182" name="Text Box 14"/>
          <p:cNvSpPr txBox="1">
            <a:spLocks noChangeArrowheads="1"/>
          </p:cNvSpPr>
          <p:nvPr userDrawn="1"/>
        </p:nvSpPr>
        <p:spPr bwMode="auto">
          <a:xfrm>
            <a:off x="10972800" y="6494463"/>
            <a:ext cx="1219200"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r" eaLnBrk="0" fontAlgn="base" hangingPunct="0">
              <a:spcBef>
                <a:spcPct val="50000"/>
              </a:spcBef>
              <a:spcAft>
                <a:spcPct val="0"/>
              </a:spcAft>
              <a:buClr>
                <a:srgbClr val="FF6600"/>
              </a:buClr>
              <a:buSzPct val="75000"/>
              <a:buFont typeface="Monotype Sorts" pitchFamily="2" charset="2"/>
              <a:buNone/>
            </a:pPr>
            <a:fld id="{6B668C5D-3D54-4742-B440-C493129802A7}" type="slidenum">
              <a:rPr lang="en-US" altLang="en-US" sz="1400" smtClean="0">
                <a:solidFill>
                  <a:srgbClr val="000000"/>
                </a:solidFill>
              </a:rPr>
              <a:pPr algn="r" eaLnBrk="0" fontAlgn="base" hangingPunct="0">
                <a:spcBef>
                  <a:spcPct val="50000"/>
                </a:spcBef>
                <a:spcAft>
                  <a:spcPct val="0"/>
                </a:spcAft>
                <a:buClr>
                  <a:srgbClr val="FF6600"/>
                </a:buClr>
                <a:buSzPct val="75000"/>
                <a:buFont typeface="Monotype Sorts" pitchFamily="2" charset="2"/>
                <a:buNone/>
              </a:pPr>
              <a:t>‹#›</a:t>
            </a:fld>
            <a:endParaRPr lang="en-US" altLang="en-US" sz="1400">
              <a:solidFill>
                <a:srgbClr val="000000"/>
              </a:solidFill>
            </a:endParaRPr>
          </a:p>
        </p:txBody>
      </p:sp>
      <p:grpSp>
        <p:nvGrpSpPr>
          <p:cNvPr id="7184" name="Group 16"/>
          <p:cNvGrpSpPr>
            <a:grpSpLocks/>
          </p:cNvGrpSpPr>
          <p:nvPr userDrawn="1"/>
        </p:nvGrpSpPr>
        <p:grpSpPr bwMode="auto">
          <a:xfrm>
            <a:off x="1" y="838201"/>
            <a:ext cx="12012084" cy="703263"/>
            <a:chOff x="0" y="528"/>
            <a:chExt cx="5675" cy="443"/>
          </a:xfrm>
        </p:grpSpPr>
        <p:grpSp>
          <p:nvGrpSpPr>
            <p:cNvPr id="7185" name="Group 17"/>
            <p:cNvGrpSpPr>
              <a:grpSpLocks/>
            </p:cNvGrpSpPr>
            <p:nvPr userDrawn="1"/>
          </p:nvGrpSpPr>
          <p:grpSpPr bwMode="auto">
            <a:xfrm>
              <a:off x="144" y="672"/>
              <a:ext cx="465" cy="299"/>
              <a:chOff x="912" y="2640"/>
              <a:chExt cx="672" cy="432"/>
            </a:xfrm>
          </p:grpSpPr>
          <p:sp>
            <p:nvSpPr>
              <p:cNvPr id="7186" name="Rectangle 18"/>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IN" sz="1800">
                  <a:solidFill>
                    <a:srgbClr val="000000"/>
                  </a:solidFill>
                </a:endParaRPr>
              </a:p>
            </p:txBody>
          </p:sp>
          <p:sp>
            <p:nvSpPr>
              <p:cNvPr id="7187" name="Rectangle 19"/>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IN" sz="1800">
                  <a:solidFill>
                    <a:srgbClr val="000000"/>
                  </a:solidFill>
                </a:endParaRPr>
              </a:p>
            </p:txBody>
          </p:sp>
        </p:grpSp>
        <p:sp>
          <p:nvSpPr>
            <p:cNvPr id="7188" name="Rectangle 20"/>
            <p:cNvSpPr>
              <a:spLocks noChangeArrowheads="1"/>
            </p:cNvSpPr>
            <p:nvPr userDrawn="1"/>
          </p:nvSpPr>
          <p:spPr bwMode="auto">
            <a:xfrm>
              <a:off x="0" y="528"/>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IN" sz="1800">
                <a:solidFill>
                  <a:srgbClr val="000000"/>
                </a:solidFill>
              </a:endParaRPr>
            </a:p>
          </p:txBody>
        </p:sp>
        <p:sp>
          <p:nvSpPr>
            <p:cNvPr id="7189" name="Rectangle 21"/>
            <p:cNvSpPr>
              <a:spLocks noChangeArrowheads="1"/>
            </p:cNvSpPr>
            <p:nvPr userDrawn="1"/>
          </p:nvSpPr>
          <p:spPr bwMode="auto">
            <a:xfrm flipV="1">
              <a:off x="199" y="758"/>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IN" sz="1800">
                <a:solidFill>
                  <a:srgbClr val="000000"/>
                </a:solidFill>
              </a:endParaRPr>
            </a:p>
          </p:txBody>
        </p:sp>
      </p:grpSp>
    </p:spTree>
    <p:extLst>
      <p:ext uri="{BB962C8B-B14F-4D97-AF65-F5344CB8AC3E}">
        <p14:creationId xmlns:p14="http://schemas.microsoft.com/office/powerpoint/2010/main" val="164356214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Lst>
  <p:hf sldNum="0" hdr="0" ft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55000" lnSpcReduction="20000"/>
          </a:bodyPr>
          <a:lstStyle/>
          <a:p>
            <a:r>
              <a:rPr lang="en-US" sz="12800" b="1" dirty="0">
                <a:solidFill>
                  <a:schemeClr val="bg2">
                    <a:lumMod val="25000"/>
                  </a:schemeClr>
                </a:solidFill>
                <a:effectLst>
                  <a:outerShdw blurRad="38100" dist="38100" dir="2700000" algn="tl">
                    <a:srgbClr val="000000">
                      <a:alpha val="43137"/>
                    </a:srgbClr>
                  </a:outerShdw>
                </a:effectLst>
              </a:rPr>
              <a:t>MARKET BASKET ANALYSIS</a:t>
            </a:r>
          </a:p>
          <a:p>
            <a:endParaRPr lang="en-US" dirty="0">
              <a:solidFill>
                <a:schemeClr val="tx1"/>
              </a:solidFill>
            </a:endParaRPr>
          </a:p>
        </p:txBody>
      </p:sp>
      <p:pic>
        <p:nvPicPr>
          <p:cNvPr id="2" name="Picture 1"/>
          <p:cNvPicPr>
            <a:picLocks noChangeAspect="1"/>
          </p:cNvPicPr>
          <p:nvPr/>
        </p:nvPicPr>
        <p:blipFill>
          <a:blip r:embed="rId3"/>
          <a:stretch>
            <a:fillRect/>
          </a:stretch>
        </p:blipFill>
        <p:spPr>
          <a:xfrm>
            <a:off x="228599" y="155030"/>
            <a:ext cx="4943902" cy="4103439"/>
          </a:xfrm>
          <a:prstGeom prst="rect">
            <a:avLst/>
          </a:prstGeom>
        </p:spPr>
      </p:pic>
      <p:pic>
        <p:nvPicPr>
          <p:cNvPr id="3" name="Picture 2"/>
          <p:cNvPicPr>
            <a:picLocks noChangeAspect="1"/>
          </p:cNvPicPr>
          <p:nvPr/>
        </p:nvPicPr>
        <p:blipFill>
          <a:blip r:embed="rId4"/>
          <a:stretch>
            <a:fillRect/>
          </a:stretch>
        </p:blipFill>
        <p:spPr>
          <a:xfrm>
            <a:off x="5692139" y="427090"/>
            <a:ext cx="4570977" cy="3775627"/>
          </a:xfrm>
          <a:prstGeom prst="rect">
            <a:avLst/>
          </a:prstGeom>
        </p:spPr>
      </p:pic>
    </p:spTree>
    <p:extLst>
      <p:ext uri="{BB962C8B-B14F-4D97-AF65-F5344CB8AC3E}">
        <p14:creationId xmlns:p14="http://schemas.microsoft.com/office/powerpoint/2010/main" val="1578308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Market Basket Analysis</a:t>
            </a:r>
          </a:p>
        </p:txBody>
      </p:sp>
      <p:pic>
        <p:nvPicPr>
          <p:cNvPr id="4" name="Content Placeholder 3"/>
          <p:cNvPicPr>
            <a:picLocks noGrp="1" noChangeAspect="1"/>
          </p:cNvPicPr>
          <p:nvPr>
            <p:ph idx="1"/>
          </p:nvPr>
        </p:nvPicPr>
        <p:blipFill>
          <a:blip r:embed="rId2"/>
          <a:stretch>
            <a:fillRect/>
          </a:stretch>
        </p:blipFill>
        <p:spPr>
          <a:xfrm>
            <a:off x="5739206" y="1379560"/>
            <a:ext cx="6456860" cy="4842645"/>
          </a:xfrm>
          <a:prstGeom prst="rect">
            <a:avLst/>
          </a:prstGeom>
        </p:spPr>
      </p:pic>
      <p:sp>
        <p:nvSpPr>
          <p:cNvPr id="5" name="TextBox 4"/>
          <p:cNvSpPr txBox="1"/>
          <p:nvPr/>
        </p:nvSpPr>
        <p:spPr>
          <a:xfrm>
            <a:off x="267286" y="1249312"/>
            <a:ext cx="6049108" cy="4708981"/>
          </a:xfrm>
          <a:prstGeom prst="rect">
            <a:avLst/>
          </a:prstGeom>
          <a:noFill/>
        </p:spPr>
        <p:txBody>
          <a:bodyPr wrap="square" rtlCol="0">
            <a:spAutoFit/>
          </a:bodyPr>
          <a:lstStyle/>
          <a:p>
            <a:pPr marL="285750" indent="-285750">
              <a:buFont typeface="Arial" panose="020B0604020202020204" pitchFamily="34" charset="0"/>
              <a:buChar char="•"/>
            </a:pPr>
            <a:r>
              <a:rPr lang="en-US" sz="2000" dirty="0"/>
              <a:t>Suppose a consumer visits a store, if he /she buys product A and also product B and C.</a:t>
            </a:r>
          </a:p>
          <a:p>
            <a:pPr marL="285750" indent="-285750">
              <a:buFont typeface="Arial" panose="020B0604020202020204" pitchFamily="34" charset="0"/>
              <a:buChar char="•"/>
            </a:pPr>
            <a:r>
              <a:rPr lang="en-US" sz="2000" dirty="0"/>
              <a:t>Few more consumers visit the same store some buy product A and B only, some buy B &amp; C only and some A &amp; C.</a:t>
            </a:r>
          </a:p>
          <a:p>
            <a:pPr marL="285750" indent="-285750">
              <a:buFont typeface="Arial" panose="020B0604020202020204" pitchFamily="34" charset="0"/>
              <a:buChar char="•"/>
            </a:pPr>
            <a:r>
              <a:rPr lang="en-US" sz="2000" dirty="0"/>
              <a:t>Now that store manager wants to know the products  sold together e.g. bread and butter.</a:t>
            </a:r>
          </a:p>
          <a:p>
            <a:pPr marL="285750" indent="-285750">
              <a:buFont typeface="Arial" panose="020B0604020202020204" pitchFamily="34" charset="0"/>
              <a:buChar char="•"/>
            </a:pPr>
            <a:r>
              <a:rPr lang="en-US" sz="2000" dirty="0"/>
              <a:t>Placing those products adjacent to each other can further increase the sales and would be ease for consumers also.</a:t>
            </a:r>
            <a:endParaRPr lang="en-IN" sz="2000" dirty="0"/>
          </a:p>
          <a:p>
            <a:pPr marL="285750" indent="-285750">
              <a:buFont typeface="Arial" panose="020B0604020202020204" pitchFamily="34" charset="0"/>
              <a:buChar char="•"/>
            </a:pPr>
            <a:r>
              <a:rPr lang="en-IN" sz="2000" dirty="0"/>
              <a:t>To find out these insights of consumers, Market Basket Analysis is used. It is a modelling technique based upon the theory that if a customer buys a certain group of items, he / she is more (or less) likely to buy another group of items.</a:t>
            </a:r>
          </a:p>
        </p:txBody>
      </p:sp>
    </p:spTree>
    <p:extLst>
      <p:ext uri="{BB962C8B-B14F-4D97-AF65-F5344CB8AC3E}">
        <p14:creationId xmlns:p14="http://schemas.microsoft.com/office/powerpoint/2010/main" val="471511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normAutofit/>
          </a:bodyPr>
          <a:lstStyle/>
          <a:p>
            <a:r>
              <a:rPr lang="en-US" altLang="en-US" dirty="0"/>
              <a:t>Market Basket Analysis (MBA)</a:t>
            </a:r>
          </a:p>
        </p:txBody>
      </p:sp>
      <p:sp>
        <p:nvSpPr>
          <p:cNvPr id="50182" name="Rectangle 6"/>
          <p:cNvSpPr>
            <a:spLocks noGrp="1" noChangeArrowheads="1"/>
          </p:cNvSpPr>
          <p:nvPr>
            <p:ph type="body" idx="1"/>
          </p:nvPr>
        </p:nvSpPr>
        <p:spPr/>
        <p:txBody>
          <a:bodyPr>
            <a:normAutofit/>
          </a:bodyPr>
          <a:lstStyle/>
          <a:p>
            <a:pPr>
              <a:lnSpc>
                <a:spcPct val="80000"/>
              </a:lnSpc>
            </a:pPr>
            <a:r>
              <a:rPr lang="en-US" altLang="en-US" sz="2400" dirty="0"/>
              <a:t>Each customer purchases different set of products, different quantities, different times</a:t>
            </a:r>
          </a:p>
          <a:p>
            <a:pPr>
              <a:lnSpc>
                <a:spcPct val="80000"/>
              </a:lnSpc>
            </a:pPr>
            <a:r>
              <a:rPr lang="en-US" altLang="en-US" sz="2400" dirty="0"/>
              <a:t>MBA uses this information to:</a:t>
            </a:r>
          </a:p>
          <a:p>
            <a:pPr lvl="1">
              <a:lnSpc>
                <a:spcPct val="80000"/>
              </a:lnSpc>
            </a:pPr>
            <a:r>
              <a:rPr lang="en-US" altLang="en-US" sz="2000" dirty="0"/>
              <a:t>Identify who customers are (not by name)</a:t>
            </a:r>
          </a:p>
          <a:p>
            <a:pPr lvl="1">
              <a:lnSpc>
                <a:spcPct val="80000"/>
              </a:lnSpc>
            </a:pPr>
            <a:r>
              <a:rPr lang="en-US" altLang="en-US" sz="2000" dirty="0"/>
              <a:t>Understand why they make certain purchases</a:t>
            </a:r>
          </a:p>
          <a:p>
            <a:pPr lvl="1">
              <a:lnSpc>
                <a:spcPct val="80000"/>
              </a:lnSpc>
            </a:pPr>
            <a:r>
              <a:rPr lang="en-US" altLang="en-US" sz="2000" dirty="0"/>
              <a:t>Gain insight about its merchandise (products):</a:t>
            </a:r>
          </a:p>
          <a:p>
            <a:pPr lvl="2">
              <a:lnSpc>
                <a:spcPct val="80000"/>
              </a:lnSpc>
            </a:pPr>
            <a:r>
              <a:rPr lang="en-US" altLang="en-US" sz="1800" dirty="0"/>
              <a:t>Fast and slow movers</a:t>
            </a:r>
          </a:p>
          <a:p>
            <a:pPr lvl="2">
              <a:lnSpc>
                <a:spcPct val="80000"/>
              </a:lnSpc>
            </a:pPr>
            <a:r>
              <a:rPr lang="en-US" altLang="en-US" sz="1800" dirty="0"/>
              <a:t>Products which are purchased together</a:t>
            </a:r>
          </a:p>
          <a:p>
            <a:pPr lvl="2">
              <a:lnSpc>
                <a:spcPct val="80000"/>
              </a:lnSpc>
            </a:pPr>
            <a:r>
              <a:rPr lang="en-US" altLang="en-US" sz="1800" dirty="0"/>
              <a:t>Products which might benefit from promotion</a:t>
            </a:r>
          </a:p>
          <a:p>
            <a:pPr lvl="1">
              <a:lnSpc>
                <a:spcPct val="80000"/>
              </a:lnSpc>
            </a:pPr>
            <a:r>
              <a:rPr lang="en-US" altLang="en-US" sz="2000" dirty="0"/>
              <a:t>Take action:</a:t>
            </a:r>
          </a:p>
          <a:p>
            <a:pPr lvl="2">
              <a:lnSpc>
                <a:spcPct val="80000"/>
              </a:lnSpc>
            </a:pPr>
            <a:r>
              <a:rPr lang="en-US" altLang="en-US" sz="1800" dirty="0"/>
              <a:t>Store layouts</a:t>
            </a:r>
          </a:p>
          <a:p>
            <a:pPr lvl="2">
              <a:lnSpc>
                <a:spcPct val="80000"/>
              </a:lnSpc>
            </a:pPr>
            <a:r>
              <a:rPr lang="en-US" altLang="en-US" sz="1800" dirty="0"/>
              <a:t>Which products to put on specials, promote, coupons…</a:t>
            </a:r>
          </a:p>
          <a:p>
            <a:pPr>
              <a:lnSpc>
                <a:spcPct val="80000"/>
              </a:lnSpc>
            </a:pPr>
            <a:r>
              <a:rPr lang="en-US" altLang="en-US" sz="2400" dirty="0"/>
              <a:t>Combining all of this with a customer loyalty card it becomes even more valuable</a:t>
            </a:r>
          </a:p>
        </p:txBody>
      </p:sp>
    </p:spTree>
    <p:extLst>
      <p:ext uri="{BB962C8B-B14F-4D97-AF65-F5344CB8AC3E}">
        <p14:creationId xmlns:p14="http://schemas.microsoft.com/office/powerpoint/2010/main" val="140532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Why Market Basket Analysis</a:t>
            </a:r>
          </a:p>
        </p:txBody>
      </p:sp>
      <p:sp>
        <p:nvSpPr>
          <p:cNvPr id="3" name="Content Placeholder 2"/>
          <p:cNvSpPr>
            <a:spLocks noGrp="1"/>
          </p:cNvSpPr>
          <p:nvPr>
            <p:ph idx="1"/>
          </p:nvPr>
        </p:nvSpPr>
        <p:spPr/>
        <p:txBody>
          <a:bodyPr>
            <a:normAutofit lnSpcReduction="10000"/>
          </a:bodyPr>
          <a:lstStyle/>
          <a:p>
            <a:pPr>
              <a:buClrTx/>
              <a:buFont typeface="Arial" panose="020B0604020202020204" pitchFamily="34" charset="0"/>
              <a:buChar char="•"/>
            </a:pPr>
            <a:r>
              <a:rPr lang="en-US" sz="2800" b="1" dirty="0">
                <a:solidFill>
                  <a:srgbClr val="0070C0"/>
                </a:solidFill>
              </a:rPr>
              <a:t>Cross Selling: </a:t>
            </a:r>
            <a:r>
              <a:rPr lang="en-US" sz="2800" dirty="0">
                <a:solidFill>
                  <a:schemeClr val="tx1"/>
                </a:solidFill>
              </a:rPr>
              <a:t>Offering associated items.</a:t>
            </a:r>
          </a:p>
          <a:p>
            <a:pPr>
              <a:buClrTx/>
              <a:buFont typeface="Arial" panose="020B0604020202020204" pitchFamily="34" charset="0"/>
              <a:buChar char="•"/>
            </a:pPr>
            <a:r>
              <a:rPr lang="en-US" sz="2800" b="1" dirty="0">
                <a:solidFill>
                  <a:srgbClr val="0070C0"/>
                </a:solidFill>
              </a:rPr>
              <a:t>Product Placement: </a:t>
            </a:r>
            <a:r>
              <a:rPr lang="en-US" sz="2800" dirty="0">
                <a:solidFill>
                  <a:schemeClr val="tx1"/>
                </a:solidFill>
              </a:rPr>
              <a:t>Placing the associated items near to each other. If consumer sees them, it has higher probability that they will purchase them together. </a:t>
            </a:r>
          </a:p>
          <a:p>
            <a:pPr>
              <a:buClrTx/>
              <a:buFont typeface="Arial" panose="020B0604020202020204" pitchFamily="34" charset="0"/>
              <a:buChar char="•"/>
            </a:pPr>
            <a:r>
              <a:rPr lang="en-US" sz="2800" b="1" dirty="0">
                <a:solidFill>
                  <a:srgbClr val="0070C0"/>
                </a:solidFill>
              </a:rPr>
              <a:t>Affinity Promotion: </a:t>
            </a:r>
            <a:r>
              <a:rPr lang="en-US" sz="2800" dirty="0">
                <a:solidFill>
                  <a:schemeClr val="tx1"/>
                </a:solidFill>
              </a:rPr>
              <a:t>Designing the promotional events based on the associated products.</a:t>
            </a:r>
          </a:p>
          <a:p>
            <a:pPr>
              <a:buClrTx/>
              <a:buFont typeface="Arial" panose="020B0604020202020204" pitchFamily="34" charset="0"/>
              <a:buChar char="•"/>
            </a:pPr>
            <a:r>
              <a:rPr lang="en-US" sz="2800" b="1" dirty="0">
                <a:solidFill>
                  <a:srgbClr val="0070C0"/>
                </a:solidFill>
              </a:rPr>
              <a:t>Fraud detection: </a:t>
            </a:r>
            <a:r>
              <a:rPr lang="en-US" sz="2800" dirty="0">
                <a:solidFill>
                  <a:schemeClr val="tx1"/>
                </a:solidFill>
              </a:rPr>
              <a:t>Based on data, it may be possible to detect certain purchase behavior that can be associated with fraud.</a:t>
            </a:r>
          </a:p>
          <a:p>
            <a:pPr>
              <a:buClrTx/>
              <a:buFont typeface="Arial" panose="020B0604020202020204" pitchFamily="34" charset="0"/>
              <a:buChar char="•"/>
            </a:pPr>
            <a:r>
              <a:rPr lang="en-US" sz="2800" b="1" dirty="0">
                <a:solidFill>
                  <a:srgbClr val="0070C0"/>
                </a:solidFill>
              </a:rPr>
              <a:t>Consumer Behavior: </a:t>
            </a:r>
            <a:r>
              <a:rPr lang="en-US" sz="2800" dirty="0">
                <a:solidFill>
                  <a:schemeClr val="tx1"/>
                </a:solidFill>
              </a:rPr>
              <a:t>Associating purchase with demographic, and socio economic data (such as age, gender and preference) may produce very useful results for marketing.</a:t>
            </a:r>
            <a:endParaRPr lang="en-IN" sz="2800" dirty="0">
              <a:solidFill>
                <a:srgbClr val="FF0000"/>
              </a:solidFill>
            </a:endParaRPr>
          </a:p>
        </p:txBody>
      </p:sp>
    </p:spTree>
    <p:extLst>
      <p:ext uri="{BB962C8B-B14F-4D97-AF65-F5344CB8AC3E}">
        <p14:creationId xmlns:p14="http://schemas.microsoft.com/office/powerpoint/2010/main" val="7630000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Some Definitions </a:t>
            </a:r>
          </a:p>
        </p:txBody>
      </p:sp>
      <p:sp>
        <p:nvSpPr>
          <p:cNvPr id="3" name="Content Placeholder 2"/>
          <p:cNvSpPr>
            <a:spLocks noGrp="1"/>
          </p:cNvSpPr>
          <p:nvPr>
            <p:ph idx="1"/>
          </p:nvPr>
        </p:nvSpPr>
        <p:spPr/>
        <p:txBody>
          <a:bodyPr/>
          <a:lstStyle/>
          <a:p>
            <a:r>
              <a:rPr lang="en-IN" sz="2800" b="1" dirty="0">
                <a:solidFill>
                  <a:srgbClr val="0070C0"/>
                </a:solidFill>
              </a:rPr>
              <a:t>Transaction: </a:t>
            </a:r>
            <a:r>
              <a:rPr lang="en-IN" dirty="0"/>
              <a:t>Transactions are the group of items co-occurring together.</a:t>
            </a:r>
          </a:p>
          <a:p>
            <a:r>
              <a:rPr lang="en-IN" sz="2800" b="1" dirty="0">
                <a:solidFill>
                  <a:srgbClr val="0070C0"/>
                </a:solidFill>
              </a:rPr>
              <a:t>Confidence: </a:t>
            </a:r>
            <a:r>
              <a:rPr lang="en-US" altLang="en-US" dirty="0"/>
              <a:t>It is the measure of uncertainty or trust worthiness associated with each discovered pattern. Mathematically, it is the percentage of transaction that contain both X and Y items out of all the transactions that contain X item.</a:t>
            </a:r>
            <a:endParaRPr lang="en-IN" dirty="0">
              <a:solidFill>
                <a:srgbClr val="FF0000"/>
              </a:solidFill>
            </a:endParaRPr>
          </a:p>
          <a:p>
            <a:r>
              <a:rPr lang="en-IN" sz="2800" b="1" dirty="0">
                <a:solidFill>
                  <a:srgbClr val="0070C0"/>
                </a:solidFill>
              </a:rPr>
              <a:t>Support: </a:t>
            </a:r>
            <a:r>
              <a:rPr lang="en-US" altLang="en-US" dirty="0"/>
              <a:t>It is the measure of how often the collection of items in an association occur together as percentage of all transactions. For example, out of total transactions, if 60% transactions contain itemset {bread, butter}, then the support of {bread, butter} is 60%.</a:t>
            </a:r>
            <a:endParaRPr lang="en-IN" dirty="0">
              <a:solidFill>
                <a:srgbClr val="FF0000"/>
              </a:solidFill>
            </a:endParaRPr>
          </a:p>
          <a:p>
            <a:r>
              <a:rPr lang="en-IN" sz="2800" b="1" dirty="0">
                <a:solidFill>
                  <a:srgbClr val="0070C0"/>
                </a:solidFill>
              </a:rPr>
              <a:t>Frequent items: </a:t>
            </a:r>
            <a:r>
              <a:rPr lang="en-IN" dirty="0">
                <a:solidFill>
                  <a:schemeClr val="tx1"/>
                </a:solidFill>
              </a:rPr>
              <a:t>The items that appear together often enough. The term ‘often enough’ is formally defined with minimum support criterion.</a:t>
            </a:r>
            <a:endParaRPr lang="en-IN" dirty="0">
              <a:solidFill>
                <a:srgbClr val="FF0000"/>
              </a:solidFill>
            </a:endParaRPr>
          </a:p>
          <a:p>
            <a:r>
              <a:rPr lang="en-IN" sz="2800" b="1" dirty="0">
                <a:solidFill>
                  <a:srgbClr val="0070C0"/>
                </a:solidFill>
              </a:rPr>
              <a:t>Strong Association Rule:</a:t>
            </a:r>
            <a:r>
              <a:rPr lang="en-US" altLang="en-US" dirty="0"/>
              <a:t> Rules that satisfy both a minimum support threshold and a minimum confidence threshold.</a:t>
            </a:r>
          </a:p>
          <a:p>
            <a:endParaRPr lang="en-IN" dirty="0">
              <a:solidFill>
                <a:srgbClr val="FF0000"/>
              </a:solidFill>
            </a:endParaRPr>
          </a:p>
        </p:txBody>
      </p:sp>
    </p:spTree>
    <p:extLst>
      <p:ext uri="{BB962C8B-B14F-4D97-AF65-F5344CB8AC3E}">
        <p14:creationId xmlns:p14="http://schemas.microsoft.com/office/powerpoint/2010/main" val="4031815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41E64-911A-3FF2-2CA0-61377F9D6C8B}"/>
              </a:ext>
            </a:extLst>
          </p:cNvPr>
          <p:cNvSpPr>
            <a:spLocks noGrp="1"/>
          </p:cNvSpPr>
          <p:nvPr>
            <p:ph type="title"/>
          </p:nvPr>
        </p:nvSpPr>
        <p:spPr/>
        <p:txBody>
          <a:bodyPr/>
          <a:lstStyle/>
          <a:p>
            <a:r>
              <a:rPr lang="en-GB" dirty="0"/>
              <a:t>Q1</a:t>
            </a:r>
            <a:endParaRPr lang="en-IN" dirty="0"/>
          </a:p>
        </p:txBody>
      </p:sp>
      <p:sp>
        <p:nvSpPr>
          <p:cNvPr id="3" name="Content Placeholder 2">
            <a:extLst>
              <a:ext uri="{FF2B5EF4-FFF2-40B4-BE49-F238E27FC236}">
                <a16:creationId xmlns:a16="http://schemas.microsoft.com/office/drawing/2014/main" id="{70AEBA1F-6444-CBD1-CDEA-397D0E6DFB69}"/>
              </a:ext>
            </a:extLst>
          </p:cNvPr>
          <p:cNvSpPr>
            <a:spLocks noGrp="1"/>
          </p:cNvSpPr>
          <p:nvPr>
            <p:ph idx="1"/>
          </p:nvPr>
        </p:nvSpPr>
        <p:spPr/>
        <p:txBody>
          <a:bodyPr/>
          <a:lstStyle/>
          <a:p>
            <a:r>
              <a:rPr lang="en-GB" dirty="0" err="1"/>
              <a:t>Min_support</a:t>
            </a:r>
            <a:r>
              <a:rPr lang="en-GB" dirty="0"/>
              <a:t> = 60% ,  </a:t>
            </a:r>
            <a:r>
              <a:rPr lang="en-GB" dirty="0" err="1"/>
              <a:t>min_confidence</a:t>
            </a:r>
            <a:r>
              <a:rPr lang="en-GB" dirty="0"/>
              <a:t> = 80%</a:t>
            </a:r>
          </a:p>
          <a:p>
            <a:endParaRPr lang="en-IN" dirty="0"/>
          </a:p>
        </p:txBody>
      </p:sp>
      <p:graphicFrame>
        <p:nvGraphicFramePr>
          <p:cNvPr id="4" name="Table 3">
            <a:extLst>
              <a:ext uri="{FF2B5EF4-FFF2-40B4-BE49-F238E27FC236}">
                <a16:creationId xmlns:a16="http://schemas.microsoft.com/office/drawing/2014/main" id="{7634E294-28C0-E81D-D25F-1CBD9CAFC039}"/>
              </a:ext>
            </a:extLst>
          </p:cNvPr>
          <p:cNvGraphicFramePr>
            <a:graphicFrameLocks noGrp="1"/>
          </p:cNvGraphicFramePr>
          <p:nvPr>
            <p:extLst>
              <p:ext uri="{D42A27DB-BD31-4B8C-83A1-F6EECF244321}">
                <p14:modId xmlns:p14="http://schemas.microsoft.com/office/powerpoint/2010/main" val="3800835747"/>
              </p:ext>
            </p:extLst>
          </p:nvPr>
        </p:nvGraphicFramePr>
        <p:xfrm>
          <a:off x="1314548" y="2768600"/>
          <a:ext cx="8128000" cy="22250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520146040"/>
                    </a:ext>
                  </a:extLst>
                </a:gridCol>
                <a:gridCol w="4064000">
                  <a:extLst>
                    <a:ext uri="{9D8B030D-6E8A-4147-A177-3AD203B41FA5}">
                      <a16:colId xmlns:a16="http://schemas.microsoft.com/office/drawing/2014/main" val="2939651995"/>
                    </a:ext>
                  </a:extLst>
                </a:gridCol>
              </a:tblGrid>
              <a:tr h="370840">
                <a:tc>
                  <a:txBody>
                    <a:bodyPr/>
                    <a:lstStyle/>
                    <a:p>
                      <a:r>
                        <a:rPr lang="en-GB" dirty="0"/>
                        <a:t>id</a:t>
                      </a:r>
                      <a:endParaRPr lang="en-IN" dirty="0"/>
                    </a:p>
                  </a:txBody>
                  <a:tcPr/>
                </a:tc>
                <a:tc>
                  <a:txBody>
                    <a:bodyPr/>
                    <a:lstStyle/>
                    <a:p>
                      <a:r>
                        <a:rPr lang="en-GB" dirty="0"/>
                        <a:t>Items</a:t>
                      </a:r>
                      <a:endParaRPr lang="en-IN" dirty="0"/>
                    </a:p>
                  </a:txBody>
                  <a:tcPr/>
                </a:tc>
                <a:extLst>
                  <a:ext uri="{0D108BD9-81ED-4DB2-BD59-A6C34878D82A}">
                    <a16:rowId xmlns:a16="http://schemas.microsoft.com/office/drawing/2014/main" val="105468607"/>
                  </a:ext>
                </a:extLst>
              </a:tr>
              <a:tr h="370840">
                <a:tc>
                  <a:txBody>
                    <a:bodyPr/>
                    <a:lstStyle/>
                    <a:p>
                      <a:r>
                        <a:rPr lang="en-GB" dirty="0"/>
                        <a:t>T100</a:t>
                      </a:r>
                      <a:endParaRPr lang="en-IN" dirty="0"/>
                    </a:p>
                  </a:txBody>
                  <a:tcPr/>
                </a:tc>
                <a:tc>
                  <a:txBody>
                    <a:bodyPr/>
                    <a:lstStyle/>
                    <a:p>
                      <a:r>
                        <a:rPr lang="en-GB" dirty="0"/>
                        <a:t>{M,O,N,K,E,Y}</a:t>
                      </a:r>
                      <a:endParaRPr lang="en-IN" dirty="0"/>
                    </a:p>
                  </a:txBody>
                  <a:tcPr/>
                </a:tc>
                <a:extLst>
                  <a:ext uri="{0D108BD9-81ED-4DB2-BD59-A6C34878D82A}">
                    <a16:rowId xmlns:a16="http://schemas.microsoft.com/office/drawing/2014/main" val="3284959628"/>
                  </a:ext>
                </a:extLst>
              </a:tr>
              <a:tr h="370840">
                <a:tc>
                  <a:txBody>
                    <a:bodyPr/>
                    <a:lstStyle/>
                    <a:p>
                      <a:r>
                        <a:rPr lang="en-GB" dirty="0"/>
                        <a:t>T200</a:t>
                      </a:r>
                      <a:endParaRPr lang="en-IN" dirty="0"/>
                    </a:p>
                  </a:txBody>
                  <a:tcPr/>
                </a:tc>
                <a:tc>
                  <a:txBody>
                    <a:bodyPr/>
                    <a:lstStyle/>
                    <a:p>
                      <a:r>
                        <a:rPr lang="en-GB" dirty="0"/>
                        <a:t>{D, O , N, K, E, Y}</a:t>
                      </a:r>
                      <a:endParaRPr lang="en-IN" dirty="0"/>
                    </a:p>
                  </a:txBody>
                  <a:tcPr/>
                </a:tc>
                <a:extLst>
                  <a:ext uri="{0D108BD9-81ED-4DB2-BD59-A6C34878D82A}">
                    <a16:rowId xmlns:a16="http://schemas.microsoft.com/office/drawing/2014/main" val="1560289839"/>
                  </a:ext>
                </a:extLst>
              </a:tr>
              <a:tr h="370840">
                <a:tc>
                  <a:txBody>
                    <a:bodyPr/>
                    <a:lstStyle/>
                    <a:p>
                      <a:r>
                        <a:rPr lang="en-GB" dirty="0"/>
                        <a:t>T300</a:t>
                      </a:r>
                      <a:endParaRPr lang="en-IN" dirty="0"/>
                    </a:p>
                  </a:txBody>
                  <a:tcPr/>
                </a:tc>
                <a:tc>
                  <a:txBody>
                    <a:bodyPr/>
                    <a:lstStyle/>
                    <a:p>
                      <a:r>
                        <a:rPr lang="en-GB" dirty="0"/>
                        <a:t>{M, A, K, E}</a:t>
                      </a:r>
                      <a:endParaRPr lang="en-IN" dirty="0"/>
                    </a:p>
                  </a:txBody>
                  <a:tcPr/>
                </a:tc>
                <a:extLst>
                  <a:ext uri="{0D108BD9-81ED-4DB2-BD59-A6C34878D82A}">
                    <a16:rowId xmlns:a16="http://schemas.microsoft.com/office/drawing/2014/main" val="2928211784"/>
                  </a:ext>
                </a:extLst>
              </a:tr>
              <a:tr h="370840">
                <a:tc>
                  <a:txBody>
                    <a:bodyPr/>
                    <a:lstStyle/>
                    <a:p>
                      <a:r>
                        <a:rPr lang="en-GB" dirty="0"/>
                        <a:t>T400</a:t>
                      </a:r>
                      <a:endParaRPr lang="en-IN" dirty="0"/>
                    </a:p>
                  </a:txBody>
                  <a:tcPr/>
                </a:tc>
                <a:tc>
                  <a:txBody>
                    <a:bodyPr/>
                    <a:lstStyle/>
                    <a:p>
                      <a:r>
                        <a:rPr lang="en-GB" dirty="0"/>
                        <a:t>{M, U , C, K, Y}</a:t>
                      </a:r>
                      <a:endParaRPr lang="en-IN" dirty="0"/>
                    </a:p>
                  </a:txBody>
                  <a:tcPr/>
                </a:tc>
                <a:extLst>
                  <a:ext uri="{0D108BD9-81ED-4DB2-BD59-A6C34878D82A}">
                    <a16:rowId xmlns:a16="http://schemas.microsoft.com/office/drawing/2014/main" val="2941819551"/>
                  </a:ext>
                </a:extLst>
              </a:tr>
              <a:tr h="370840">
                <a:tc>
                  <a:txBody>
                    <a:bodyPr/>
                    <a:lstStyle/>
                    <a:p>
                      <a:r>
                        <a:rPr lang="en-GB" dirty="0"/>
                        <a:t>T500</a:t>
                      </a:r>
                      <a:endParaRPr lang="en-IN" dirty="0"/>
                    </a:p>
                  </a:txBody>
                  <a:tcPr/>
                </a:tc>
                <a:tc>
                  <a:txBody>
                    <a:bodyPr/>
                    <a:lstStyle/>
                    <a:p>
                      <a:r>
                        <a:rPr lang="en-GB" dirty="0"/>
                        <a:t>{C, O, O, K, I, E}</a:t>
                      </a:r>
                      <a:endParaRPr lang="en-IN" dirty="0"/>
                    </a:p>
                  </a:txBody>
                  <a:tcPr/>
                </a:tc>
                <a:extLst>
                  <a:ext uri="{0D108BD9-81ED-4DB2-BD59-A6C34878D82A}">
                    <a16:rowId xmlns:a16="http://schemas.microsoft.com/office/drawing/2014/main" val="476816023"/>
                  </a:ext>
                </a:extLst>
              </a:tr>
            </a:tbl>
          </a:graphicData>
        </a:graphic>
      </p:graphicFrame>
    </p:spTree>
    <p:extLst>
      <p:ext uri="{BB962C8B-B14F-4D97-AF65-F5344CB8AC3E}">
        <p14:creationId xmlns:p14="http://schemas.microsoft.com/office/powerpoint/2010/main" val="483428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42EA0-694F-1F73-26E3-2FD9B2E15177}"/>
              </a:ext>
            </a:extLst>
          </p:cNvPr>
          <p:cNvSpPr>
            <a:spLocks noGrp="1"/>
          </p:cNvSpPr>
          <p:nvPr>
            <p:ph type="title"/>
          </p:nvPr>
        </p:nvSpPr>
        <p:spPr/>
        <p:txBody>
          <a:bodyPr/>
          <a:lstStyle/>
          <a:p>
            <a:r>
              <a:rPr lang="en-GB" dirty="0"/>
              <a:t>Step 1</a:t>
            </a:r>
            <a:endParaRPr lang="en-IN" dirty="0"/>
          </a:p>
        </p:txBody>
      </p:sp>
      <p:sp>
        <p:nvSpPr>
          <p:cNvPr id="3" name="Content Placeholder 2">
            <a:extLst>
              <a:ext uri="{FF2B5EF4-FFF2-40B4-BE49-F238E27FC236}">
                <a16:creationId xmlns:a16="http://schemas.microsoft.com/office/drawing/2014/main" id="{32895110-9935-15DD-F130-045CAC53EED2}"/>
              </a:ext>
            </a:extLst>
          </p:cNvPr>
          <p:cNvSpPr>
            <a:spLocks noGrp="1"/>
          </p:cNvSpPr>
          <p:nvPr>
            <p:ph idx="1"/>
          </p:nvPr>
        </p:nvSpPr>
        <p:spPr/>
        <p:txBody>
          <a:bodyPr/>
          <a:lstStyle/>
          <a:p>
            <a:r>
              <a:rPr lang="en-GB" dirty="0"/>
              <a:t>Generate a cluster with minimum support. </a:t>
            </a:r>
          </a:p>
          <a:p>
            <a:r>
              <a:rPr lang="en-GB" dirty="0"/>
              <a:t>Support  = </a:t>
            </a:r>
            <a:r>
              <a:rPr lang="en-GB" dirty="0" err="1"/>
              <a:t>min_sup</a:t>
            </a:r>
            <a:r>
              <a:rPr lang="en-GB" dirty="0"/>
              <a:t>/100 * 5  = 60/100 * 5 = 3</a:t>
            </a:r>
          </a:p>
          <a:p>
            <a:r>
              <a:rPr lang="en-GB" dirty="0"/>
              <a:t>All the  element we need to drop down </a:t>
            </a:r>
            <a:r>
              <a:rPr lang="en-GB" dirty="0" err="1"/>
              <a:t>upto</a:t>
            </a:r>
            <a:r>
              <a:rPr lang="en-GB" dirty="0"/>
              <a:t> 3.</a:t>
            </a:r>
          </a:p>
          <a:p>
            <a:endParaRPr lang="en-GB" dirty="0"/>
          </a:p>
          <a:p>
            <a:r>
              <a:rPr lang="en-GB" dirty="0"/>
              <a:t>Drop out all values less than 3. </a:t>
            </a:r>
          </a:p>
          <a:p>
            <a:r>
              <a:rPr lang="en-GB" dirty="0"/>
              <a:t>We transfer the same into another </a:t>
            </a:r>
            <a:r>
              <a:rPr lang="en-GB" dirty="0" err="1"/>
              <a:t>clustser</a:t>
            </a:r>
            <a:r>
              <a:rPr lang="en-GB" dirty="0"/>
              <a:t>.</a:t>
            </a:r>
            <a:endParaRPr lang="en-IN" dirty="0"/>
          </a:p>
        </p:txBody>
      </p:sp>
      <p:graphicFrame>
        <p:nvGraphicFramePr>
          <p:cNvPr id="4" name="Table 3">
            <a:extLst>
              <a:ext uri="{FF2B5EF4-FFF2-40B4-BE49-F238E27FC236}">
                <a16:creationId xmlns:a16="http://schemas.microsoft.com/office/drawing/2014/main" id="{4BADA1CC-3DD4-01FE-4538-B4E2539F4893}"/>
              </a:ext>
            </a:extLst>
          </p:cNvPr>
          <p:cNvGraphicFramePr>
            <a:graphicFrameLocks noGrp="1"/>
          </p:cNvGraphicFramePr>
          <p:nvPr>
            <p:extLst>
              <p:ext uri="{D42A27DB-BD31-4B8C-83A1-F6EECF244321}">
                <p14:modId xmlns:p14="http://schemas.microsoft.com/office/powerpoint/2010/main" val="3065119142"/>
              </p:ext>
            </p:extLst>
          </p:nvPr>
        </p:nvGraphicFramePr>
        <p:xfrm>
          <a:off x="5458265" y="805973"/>
          <a:ext cx="6231988" cy="5053836"/>
        </p:xfrm>
        <a:graphic>
          <a:graphicData uri="http://schemas.openxmlformats.org/drawingml/2006/table">
            <a:tbl>
              <a:tblPr firstRow="1" bandRow="1">
                <a:tableStyleId>{5C22544A-7EE6-4342-B048-85BDC9FD1C3A}</a:tableStyleId>
              </a:tblPr>
              <a:tblGrid>
                <a:gridCol w="3115994">
                  <a:extLst>
                    <a:ext uri="{9D8B030D-6E8A-4147-A177-3AD203B41FA5}">
                      <a16:colId xmlns:a16="http://schemas.microsoft.com/office/drawing/2014/main" val="385041201"/>
                    </a:ext>
                  </a:extLst>
                </a:gridCol>
                <a:gridCol w="3115994">
                  <a:extLst>
                    <a:ext uri="{9D8B030D-6E8A-4147-A177-3AD203B41FA5}">
                      <a16:colId xmlns:a16="http://schemas.microsoft.com/office/drawing/2014/main" val="4155069957"/>
                    </a:ext>
                  </a:extLst>
                </a:gridCol>
              </a:tblGrid>
              <a:tr h="421153">
                <a:tc>
                  <a:txBody>
                    <a:bodyPr/>
                    <a:lstStyle/>
                    <a:p>
                      <a:r>
                        <a:rPr lang="en-GB" dirty="0"/>
                        <a:t>item</a:t>
                      </a:r>
                      <a:endParaRPr lang="en-IN" dirty="0"/>
                    </a:p>
                  </a:txBody>
                  <a:tcPr/>
                </a:tc>
                <a:tc>
                  <a:txBody>
                    <a:bodyPr/>
                    <a:lstStyle/>
                    <a:p>
                      <a:r>
                        <a:rPr lang="en-GB" dirty="0"/>
                        <a:t>Support</a:t>
                      </a:r>
                      <a:endParaRPr lang="en-IN" dirty="0"/>
                    </a:p>
                  </a:txBody>
                  <a:tcPr/>
                </a:tc>
                <a:extLst>
                  <a:ext uri="{0D108BD9-81ED-4DB2-BD59-A6C34878D82A}">
                    <a16:rowId xmlns:a16="http://schemas.microsoft.com/office/drawing/2014/main" val="27250746"/>
                  </a:ext>
                </a:extLst>
              </a:tr>
              <a:tr h="421153">
                <a:tc>
                  <a:txBody>
                    <a:bodyPr/>
                    <a:lstStyle/>
                    <a:p>
                      <a:r>
                        <a:rPr lang="en-GB" dirty="0"/>
                        <a:t>M</a:t>
                      </a:r>
                      <a:endParaRPr lang="en-IN" dirty="0"/>
                    </a:p>
                  </a:txBody>
                  <a:tcPr/>
                </a:tc>
                <a:tc>
                  <a:txBody>
                    <a:bodyPr/>
                    <a:lstStyle/>
                    <a:p>
                      <a:r>
                        <a:rPr lang="en-GB" dirty="0"/>
                        <a:t>3               √</a:t>
                      </a:r>
                      <a:endParaRPr lang="en-IN" dirty="0"/>
                    </a:p>
                  </a:txBody>
                  <a:tcPr/>
                </a:tc>
                <a:extLst>
                  <a:ext uri="{0D108BD9-81ED-4DB2-BD59-A6C34878D82A}">
                    <a16:rowId xmlns:a16="http://schemas.microsoft.com/office/drawing/2014/main" val="4147789213"/>
                  </a:ext>
                </a:extLst>
              </a:tr>
              <a:tr h="421153">
                <a:tc>
                  <a:txBody>
                    <a:bodyPr/>
                    <a:lstStyle/>
                    <a:p>
                      <a:r>
                        <a:rPr lang="en-GB" dirty="0"/>
                        <a:t>O</a:t>
                      </a:r>
                      <a:endParaRPr lang="en-IN" dirty="0"/>
                    </a:p>
                  </a:txBody>
                  <a:tcPr/>
                </a:tc>
                <a:tc>
                  <a:txBody>
                    <a:bodyPr/>
                    <a:lstStyle/>
                    <a:p>
                      <a:r>
                        <a:rPr lang="en-GB" dirty="0"/>
                        <a:t>4                √</a:t>
                      </a:r>
                      <a:endParaRPr lang="en-IN" dirty="0"/>
                    </a:p>
                  </a:txBody>
                  <a:tcPr/>
                </a:tc>
                <a:extLst>
                  <a:ext uri="{0D108BD9-81ED-4DB2-BD59-A6C34878D82A}">
                    <a16:rowId xmlns:a16="http://schemas.microsoft.com/office/drawing/2014/main" val="333245299"/>
                  </a:ext>
                </a:extLst>
              </a:tr>
              <a:tr h="421153">
                <a:tc>
                  <a:txBody>
                    <a:bodyPr/>
                    <a:lstStyle/>
                    <a:p>
                      <a:r>
                        <a:rPr lang="en-GB" dirty="0"/>
                        <a:t>N</a:t>
                      </a:r>
                      <a:endParaRPr lang="en-IN" dirty="0"/>
                    </a:p>
                  </a:txBody>
                  <a:tcPr/>
                </a:tc>
                <a:tc>
                  <a:txBody>
                    <a:bodyPr/>
                    <a:lstStyle/>
                    <a:p>
                      <a:r>
                        <a:rPr lang="en-GB" dirty="0"/>
                        <a:t>2               ×</a:t>
                      </a:r>
                      <a:endParaRPr lang="en-IN" dirty="0"/>
                    </a:p>
                  </a:txBody>
                  <a:tcPr/>
                </a:tc>
                <a:extLst>
                  <a:ext uri="{0D108BD9-81ED-4DB2-BD59-A6C34878D82A}">
                    <a16:rowId xmlns:a16="http://schemas.microsoft.com/office/drawing/2014/main" val="2632982874"/>
                  </a:ext>
                </a:extLst>
              </a:tr>
              <a:tr h="421153">
                <a:tc>
                  <a:txBody>
                    <a:bodyPr/>
                    <a:lstStyle/>
                    <a:p>
                      <a:r>
                        <a:rPr lang="en-GB" dirty="0"/>
                        <a:t>K</a:t>
                      </a:r>
                      <a:endParaRPr lang="en-IN" dirty="0"/>
                    </a:p>
                  </a:txBody>
                  <a:tcPr/>
                </a:tc>
                <a:tc>
                  <a:txBody>
                    <a:bodyPr/>
                    <a:lstStyle/>
                    <a:p>
                      <a:r>
                        <a:rPr lang="en-GB" dirty="0"/>
                        <a:t>5               √</a:t>
                      </a:r>
                      <a:endParaRPr lang="en-IN" dirty="0"/>
                    </a:p>
                  </a:txBody>
                  <a:tcPr/>
                </a:tc>
                <a:extLst>
                  <a:ext uri="{0D108BD9-81ED-4DB2-BD59-A6C34878D82A}">
                    <a16:rowId xmlns:a16="http://schemas.microsoft.com/office/drawing/2014/main" val="1538858821"/>
                  </a:ext>
                </a:extLst>
              </a:tr>
              <a:tr h="421153">
                <a:tc>
                  <a:txBody>
                    <a:bodyPr/>
                    <a:lstStyle/>
                    <a:p>
                      <a:r>
                        <a:rPr lang="en-GB" dirty="0"/>
                        <a:t>E</a:t>
                      </a:r>
                      <a:endParaRPr lang="en-IN" dirty="0"/>
                    </a:p>
                  </a:txBody>
                  <a:tcPr/>
                </a:tc>
                <a:tc>
                  <a:txBody>
                    <a:bodyPr/>
                    <a:lstStyle/>
                    <a:p>
                      <a:r>
                        <a:rPr lang="en-GB" dirty="0"/>
                        <a:t>4               √</a:t>
                      </a:r>
                      <a:endParaRPr lang="en-IN" dirty="0"/>
                    </a:p>
                  </a:txBody>
                  <a:tcPr/>
                </a:tc>
                <a:extLst>
                  <a:ext uri="{0D108BD9-81ED-4DB2-BD59-A6C34878D82A}">
                    <a16:rowId xmlns:a16="http://schemas.microsoft.com/office/drawing/2014/main" val="3327511365"/>
                  </a:ext>
                </a:extLst>
              </a:tr>
              <a:tr h="421153">
                <a:tc>
                  <a:txBody>
                    <a:bodyPr/>
                    <a:lstStyle/>
                    <a:p>
                      <a:r>
                        <a:rPr lang="en-GB" dirty="0"/>
                        <a:t>Y</a:t>
                      </a:r>
                      <a:endParaRPr lang="en-IN" dirty="0"/>
                    </a:p>
                  </a:txBody>
                  <a:tcPr/>
                </a:tc>
                <a:tc>
                  <a:txBody>
                    <a:bodyPr/>
                    <a:lstStyle/>
                    <a:p>
                      <a:r>
                        <a:rPr lang="en-GB" dirty="0"/>
                        <a:t>3               √</a:t>
                      </a:r>
                      <a:endParaRPr lang="en-IN" dirty="0"/>
                    </a:p>
                  </a:txBody>
                  <a:tcPr/>
                </a:tc>
                <a:extLst>
                  <a:ext uri="{0D108BD9-81ED-4DB2-BD59-A6C34878D82A}">
                    <a16:rowId xmlns:a16="http://schemas.microsoft.com/office/drawing/2014/main" val="1328737916"/>
                  </a:ext>
                </a:extLst>
              </a:tr>
              <a:tr h="421153">
                <a:tc>
                  <a:txBody>
                    <a:bodyPr/>
                    <a:lstStyle/>
                    <a:p>
                      <a:r>
                        <a:rPr lang="en-GB" dirty="0"/>
                        <a:t>D</a:t>
                      </a:r>
                      <a:endParaRPr lang="en-IN" dirty="0"/>
                    </a:p>
                  </a:txBody>
                  <a:tcPr/>
                </a:tc>
                <a:tc>
                  <a:txBody>
                    <a:bodyPr/>
                    <a:lstStyle/>
                    <a:p>
                      <a:r>
                        <a:rPr lang="en-GB" dirty="0"/>
                        <a:t>1               ×</a:t>
                      </a:r>
                      <a:endParaRPr lang="en-IN" dirty="0"/>
                    </a:p>
                  </a:txBody>
                  <a:tcPr/>
                </a:tc>
                <a:extLst>
                  <a:ext uri="{0D108BD9-81ED-4DB2-BD59-A6C34878D82A}">
                    <a16:rowId xmlns:a16="http://schemas.microsoft.com/office/drawing/2014/main" val="1936861735"/>
                  </a:ext>
                </a:extLst>
              </a:tr>
              <a:tr h="421153">
                <a:tc>
                  <a:txBody>
                    <a:bodyPr/>
                    <a:lstStyle/>
                    <a:p>
                      <a:r>
                        <a:rPr lang="en-GB" dirty="0"/>
                        <a:t>A</a:t>
                      </a:r>
                      <a:endParaRPr lang="en-IN" dirty="0"/>
                    </a:p>
                  </a:txBody>
                  <a:tcPr/>
                </a:tc>
                <a:tc>
                  <a:txBody>
                    <a:bodyPr/>
                    <a:lstStyle/>
                    <a:p>
                      <a:r>
                        <a:rPr lang="en-GB" dirty="0"/>
                        <a:t>1                ×</a:t>
                      </a:r>
                      <a:endParaRPr lang="en-IN" dirty="0"/>
                    </a:p>
                  </a:txBody>
                  <a:tcPr/>
                </a:tc>
                <a:extLst>
                  <a:ext uri="{0D108BD9-81ED-4DB2-BD59-A6C34878D82A}">
                    <a16:rowId xmlns:a16="http://schemas.microsoft.com/office/drawing/2014/main" val="1522522709"/>
                  </a:ext>
                </a:extLst>
              </a:tr>
              <a:tr h="421153">
                <a:tc>
                  <a:txBody>
                    <a:bodyPr/>
                    <a:lstStyle/>
                    <a:p>
                      <a:r>
                        <a:rPr lang="en-GB" dirty="0"/>
                        <a:t>U</a:t>
                      </a:r>
                      <a:endParaRPr lang="en-IN" dirty="0"/>
                    </a:p>
                  </a:txBody>
                  <a:tcPr/>
                </a:tc>
                <a:tc>
                  <a:txBody>
                    <a:bodyPr/>
                    <a:lstStyle/>
                    <a:p>
                      <a:r>
                        <a:rPr lang="en-GB" dirty="0"/>
                        <a:t>1                ×</a:t>
                      </a:r>
                      <a:endParaRPr lang="en-IN" dirty="0"/>
                    </a:p>
                  </a:txBody>
                  <a:tcPr/>
                </a:tc>
                <a:extLst>
                  <a:ext uri="{0D108BD9-81ED-4DB2-BD59-A6C34878D82A}">
                    <a16:rowId xmlns:a16="http://schemas.microsoft.com/office/drawing/2014/main" val="1322990928"/>
                  </a:ext>
                </a:extLst>
              </a:tr>
              <a:tr h="421153">
                <a:tc>
                  <a:txBody>
                    <a:bodyPr/>
                    <a:lstStyle/>
                    <a:p>
                      <a:r>
                        <a:rPr lang="en-GB" dirty="0"/>
                        <a:t>C</a:t>
                      </a:r>
                      <a:endParaRPr lang="en-IN" dirty="0"/>
                    </a:p>
                  </a:txBody>
                  <a:tcPr/>
                </a:tc>
                <a:tc>
                  <a:txBody>
                    <a:bodyPr/>
                    <a:lstStyle/>
                    <a:p>
                      <a:r>
                        <a:rPr lang="en-GB" dirty="0"/>
                        <a:t>1                 ×</a:t>
                      </a:r>
                      <a:endParaRPr lang="en-IN" dirty="0"/>
                    </a:p>
                  </a:txBody>
                  <a:tcPr/>
                </a:tc>
                <a:extLst>
                  <a:ext uri="{0D108BD9-81ED-4DB2-BD59-A6C34878D82A}">
                    <a16:rowId xmlns:a16="http://schemas.microsoft.com/office/drawing/2014/main" val="3581396170"/>
                  </a:ext>
                </a:extLst>
              </a:tr>
              <a:tr h="421153">
                <a:tc>
                  <a:txBody>
                    <a:bodyPr/>
                    <a:lstStyle/>
                    <a:p>
                      <a:r>
                        <a:rPr lang="en-GB" dirty="0"/>
                        <a:t>I </a:t>
                      </a:r>
                      <a:endParaRPr lang="en-IN" dirty="0"/>
                    </a:p>
                  </a:txBody>
                  <a:tcPr/>
                </a:tc>
                <a:tc>
                  <a:txBody>
                    <a:bodyPr/>
                    <a:lstStyle/>
                    <a:p>
                      <a:r>
                        <a:rPr lang="en-GB" dirty="0"/>
                        <a:t>1                 ×</a:t>
                      </a:r>
                      <a:endParaRPr lang="en-IN" dirty="0"/>
                    </a:p>
                  </a:txBody>
                  <a:tcPr/>
                </a:tc>
                <a:extLst>
                  <a:ext uri="{0D108BD9-81ED-4DB2-BD59-A6C34878D82A}">
                    <a16:rowId xmlns:a16="http://schemas.microsoft.com/office/drawing/2014/main" val="1093732951"/>
                  </a:ext>
                </a:extLst>
              </a:tr>
            </a:tbl>
          </a:graphicData>
        </a:graphic>
      </p:graphicFrame>
    </p:spTree>
    <p:extLst>
      <p:ext uri="{BB962C8B-B14F-4D97-AF65-F5344CB8AC3E}">
        <p14:creationId xmlns:p14="http://schemas.microsoft.com/office/powerpoint/2010/main" val="1636387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29692-30AA-EA62-FC01-1D10A97E0F16}"/>
              </a:ext>
            </a:extLst>
          </p:cNvPr>
          <p:cNvSpPr>
            <a:spLocks noGrp="1"/>
          </p:cNvSpPr>
          <p:nvPr>
            <p:ph type="title"/>
          </p:nvPr>
        </p:nvSpPr>
        <p:spPr/>
        <p:txBody>
          <a:bodyPr/>
          <a:lstStyle/>
          <a:p>
            <a:r>
              <a:rPr lang="en-GB" dirty="0"/>
              <a:t>Step 2</a:t>
            </a:r>
            <a:endParaRPr lang="en-IN" dirty="0"/>
          </a:p>
        </p:txBody>
      </p:sp>
      <p:sp>
        <p:nvSpPr>
          <p:cNvPr id="3" name="Content Placeholder 2">
            <a:extLst>
              <a:ext uri="{FF2B5EF4-FFF2-40B4-BE49-F238E27FC236}">
                <a16:creationId xmlns:a16="http://schemas.microsoft.com/office/drawing/2014/main" id="{F75590C2-F9B7-A4E9-491B-D54F60366A89}"/>
              </a:ext>
            </a:extLst>
          </p:cNvPr>
          <p:cNvSpPr>
            <a:spLocks noGrp="1"/>
          </p:cNvSpPr>
          <p:nvPr>
            <p:ph idx="1"/>
          </p:nvPr>
        </p:nvSpPr>
        <p:spPr/>
        <p:txBody>
          <a:bodyPr/>
          <a:lstStyle/>
          <a:p>
            <a:r>
              <a:rPr lang="en-GB" dirty="0"/>
              <a:t>Compare the </a:t>
            </a:r>
            <a:r>
              <a:rPr lang="en-GB" dirty="0" err="1"/>
              <a:t>min_support</a:t>
            </a:r>
            <a:r>
              <a:rPr lang="en-GB" dirty="0"/>
              <a:t> with C1: temporary cluster L1 is created for below table</a:t>
            </a:r>
          </a:p>
          <a:p>
            <a:endParaRPr lang="en-IN" dirty="0"/>
          </a:p>
        </p:txBody>
      </p:sp>
      <p:graphicFrame>
        <p:nvGraphicFramePr>
          <p:cNvPr id="6" name="Table 5">
            <a:extLst>
              <a:ext uri="{FF2B5EF4-FFF2-40B4-BE49-F238E27FC236}">
                <a16:creationId xmlns:a16="http://schemas.microsoft.com/office/drawing/2014/main" id="{5D99AF8E-DE16-85DF-F3D7-199260FFB22B}"/>
              </a:ext>
            </a:extLst>
          </p:cNvPr>
          <p:cNvGraphicFramePr>
            <a:graphicFrameLocks noGrp="1"/>
          </p:cNvGraphicFramePr>
          <p:nvPr>
            <p:extLst>
              <p:ext uri="{D42A27DB-BD31-4B8C-83A1-F6EECF244321}">
                <p14:modId xmlns:p14="http://schemas.microsoft.com/office/powerpoint/2010/main" val="343878917"/>
              </p:ext>
            </p:extLst>
          </p:nvPr>
        </p:nvGraphicFramePr>
        <p:xfrm>
          <a:off x="1159803" y="2070164"/>
          <a:ext cx="8128000" cy="22250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374502914"/>
                    </a:ext>
                  </a:extLst>
                </a:gridCol>
                <a:gridCol w="4064000">
                  <a:extLst>
                    <a:ext uri="{9D8B030D-6E8A-4147-A177-3AD203B41FA5}">
                      <a16:colId xmlns:a16="http://schemas.microsoft.com/office/drawing/2014/main" val="109536661"/>
                    </a:ext>
                  </a:extLst>
                </a:gridCol>
              </a:tblGrid>
              <a:tr h="370840">
                <a:tc>
                  <a:txBody>
                    <a:bodyPr/>
                    <a:lstStyle/>
                    <a:p>
                      <a:r>
                        <a:rPr lang="en-GB" dirty="0"/>
                        <a:t>item</a:t>
                      </a:r>
                      <a:endParaRPr lang="en-IN" dirty="0"/>
                    </a:p>
                  </a:txBody>
                  <a:tcPr/>
                </a:tc>
                <a:tc>
                  <a:txBody>
                    <a:bodyPr/>
                    <a:lstStyle/>
                    <a:p>
                      <a:r>
                        <a:rPr lang="en-GB" dirty="0"/>
                        <a:t>Support count</a:t>
                      </a:r>
                      <a:endParaRPr lang="en-IN" dirty="0"/>
                    </a:p>
                  </a:txBody>
                  <a:tcPr/>
                </a:tc>
                <a:extLst>
                  <a:ext uri="{0D108BD9-81ED-4DB2-BD59-A6C34878D82A}">
                    <a16:rowId xmlns:a16="http://schemas.microsoft.com/office/drawing/2014/main" val="1531156967"/>
                  </a:ext>
                </a:extLst>
              </a:tr>
              <a:tr h="370840">
                <a:tc>
                  <a:txBody>
                    <a:bodyPr/>
                    <a:lstStyle/>
                    <a:p>
                      <a:r>
                        <a:rPr lang="en-GB" dirty="0"/>
                        <a:t>M</a:t>
                      </a:r>
                      <a:endParaRPr lang="en-IN" dirty="0"/>
                    </a:p>
                  </a:txBody>
                  <a:tcPr/>
                </a:tc>
                <a:tc>
                  <a:txBody>
                    <a:bodyPr/>
                    <a:lstStyle/>
                    <a:p>
                      <a:r>
                        <a:rPr lang="en-GB" dirty="0"/>
                        <a:t>3</a:t>
                      </a:r>
                      <a:endParaRPr lang="en-IN" dirty="0"/>
                    </a:p>
                  </a:txBody>
                  <a:tcPr/>
                </a:tc>
                <a:extLst>
                  <a:ext uri="{0D108BD9-81ED-4DB2-BD59-A6C34878D82A}">
                    <a16:rowId xmlns:a16="http://schemas.microsoft.com/office/drawing/2014/main" val="2238715897"/>
                  </a:ext>
                </a:extLst>
              </a:tr>
              <a:tr h="370840">
                <a:tc>
                  <a:txBody>
                    <a:bodyPr/>
                    <a:lstStyle/>
                    <a:p>
                      <a:r>
                        <a:rPr lang="en-GB" dirty="0"/>
                        <a:t>O</a:t>
                      </a:r>
                      <a:endParaRPr lang="en-IN" dirty="0"/>
                    </a:p>
                  </a:txBody>
                  <a:tcPr/>
                </a:tc>
                <a:tc>
                  <a:txBody>
                    <a:bodyPr/>
                    <a:lstStyle/>
                    <a:p>
                      <a:r>
                        <a:rPr lang="en-GB" dirty="0"/>
                        <a:t>4</a:t>
                      </a:r>
                      <a:endParaRPr lang="en-IN" dirty="0"/>
                    </a:p>
                  </a:txBody>
                  <a:tcPr/>
                </a:tc>
                <a:extLst>
                  <a:ext uri="{0D108BD9-81ED-4DB2-BD59-A6C34878D82A}">
                    <a16:rowId xmlns:a16="http://schemas.microsoft.com/office/drawing/2014/main" val="164588699"/>
                  </a:ext>
                </a:extLst>
              </a:tr>
              <a:tr h="370840">
                <a:tc>
                  <a:txBody>
                    <a:bodyPr/>
                    <a:lstStyle/>
                    <a:p>
                      <a:r>
                        <a:rPr lang="en-GB" dirty="0"/>
                        <a:t>K</a:t>
                      </a:r>
                      <a:endParaRPr lang="en-IN" dirty="0"/>
                    </a:p>
                  </a:txBody>
                  <a:tcPr/>
                </a:tc>
                <a:tc>
                  <a:txBody>
                    <a:bodyPr/>
                    <a:lstStyle/>
                    <a:p>
                      <a:r>
                        <a:rPr lang="en-GB" dirty="0"/>
                        <a:t>5</a:t>
                      </a:r>
                      <a:endParaRPr lang="en-IN" dirty="0"/>
                    </a:p>
                  </a:txBody>
                  <a:tcPr/>
                </a:tc>
                <a:extLst>
                  <a:ext uri="{0D108BD9-81ED-4DB2-BD59-A6C34878D82A}">
                    <a16:rowId xmlns:a16="http://schemas.microsoft.com/office/drawing/2014/main" val="4183641157"/>
                  </a:ext>
                </a:extLst>
              </a:tr>
              <a:tr h="370840">
                <a:tc>
                  <a:txBody>
                    <a:bodyPr/>
                    <a:lstStyle/>
                    <a:p>
                      <a:r>
                        <a:rPr lang="en-GB" dirty="0"/>
                        <a:t>E</a:t>
                      </a:r>
                      <a:endParaRPr lang="en-IN" dirty="0"/>
                    </a:p>
                  </a:txBody>
                  <a:tcPr/>
                </a:tc>
                <a:tc>
                  <a:txBody>
                    <a:bodyPr/>
                    <a:lstStyle/>
                    <a:p>
                      <a:r>
                        <a:rPr lang="en-GB" dirty="0"/>
                        <a:t>4</a:t>
                      </a:r>
                      <a:endParaRPr lang="en-IN" dirty="0"/>
                    </a:p>
                  </a:txBody>
                  <a:tcPr/>
                </a:tc>
                <a:extLst>
                  <a:ext uri="{0D108BD9-81ED-4DB2-BD59-A6C34878D82A}">
                    <a16:rowId xmlns:a16="http://schemas.microsoft.com/office/drawing/2014/main" val="2724272323"/>
                  </a:ext>
                </a:extLst>
              </a:tr>
              <a:tr h="370840">
                <a:tc>
                  <a:txBody>
                    <a:bodyPr/>
                    <a:lstStyle/>
                    <a:p>
                      <a:r>
                        <a:rPr lang="en-GB" dirty="0"/>
                        <a:t>Y</a:t>
                      </a:r>
                      <a:endParaRPr lang="en-IN" dirty="0"/>
                    </a:p>
                  </a:txBody>
                  <a:tcPr/>
                </a:tc>
                <a:tc>
                  <a:txBody>
                    <a:bodyPr/>
                    <a:lstStyle/>
                    <a:p>
                      <a:r>
                        <a:rPr lang="en-GB" dirty="0"/>
                        <a:t>3</a:t>
                      </a:r>
                      <a:endParaRPr lang="en-IN" dirty="0"/>
                    </a:p>
                  </a:txBody>
                  <a:tcPr/>
                </a:tc>
                <a:extLst>
                  <a:ext uri="{0D108BD9-81ED-4DB2-BD59-A6C34878D82A}">
                    <a16:rowId xmlns:a16="http://schemas.microsoft.com/office/drawing/2014/main" val="3075741217"/>
                  </a:ext>
                </a:extLst>
              </a:tr>
            </a:tbl>
          </a:graphicData>
        </a:graphic>
      </p:graphicFrame>
    </p:spTree>
    <p:extLst>
      <p:ext uri="{BB962C8B-B14F-4D97-AF65-F5344CB8AC3E}">
        <p14:creationId xmlns:p14="http://schemas.microsoft.com/office/powerpoint/2010/main" val="8657598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9758C-0412-B7B4-0267-2F0A8553FFA1}"/>
              </a:ext>
            </a:extLst>
          </p:cNvPr>
          <p:cNvSpPr>
            <a:spLocks noGrp="1"/>
          </p:cNvSpPr>
          <p:nvPr>
            <p:ph type="title"/>
          </p:nvPr>
        </p:nvSpPr>
        <p:spPr/>
        <p:txBody>
          <a:bodyPr/>
          <a:lstStyle/>
          <a:p>
            <a:r>
              <a:rPr lang="en-GB" dirty="0"/>
              <a:t>Step 3</a:t>
            </a:r>
            <a:endParaRPr lang="en-IN" dirty="0"/>
          </a:p>
        </p:txBody>
      </p:sp>
      <p:sp>
        <p:nvSpPr>
          <p:cNvPr id="3" name="Content Placeholder 2">
            <a:extLst>
              <a:ext uri="{FF2B5EF4-FFF2-40B4-BE49-F238E27FC236}">
                <a16:creationId xmlns:a16="http://schemas.microsoft.com/office/drawing/2014/main" id="{2BBB74AF-FCC7-71D5-2827-417D1A1D6E24}"/>
              </a:ext>
            </a:extLst>
          </p:cNvPr>
          <p:cNvSpPr>
            <a:spLocks noGrp="1"/>
          </p:cNvSpPr>
          <p:nvPr>
            <p:ph idx="1"/>
          </p:nvPr>
        </p:nvSpPr>
        <p:spPr/>
        <p:txBody>
          <a:bodyPr/>
          <a:lstStyle/>
          <a:p>
            <a:r>
              <a:rPr lang="en-GB" dirty="0"/>
              <a:t>Generate the new cluster C2</a:t>
            </a:r>
          </a:p>
          <a:p>
            <a:endParaRPr lang="en-IN" dirty="0"/>
          </a:p>
        </p:txBody>
      </p:sp>
      <p:graphicFrame>
        <p:nvGraphicFramePr>
          <p:cNvPr id="5" name="Table 4">
            <a:extLst>
              <a:ext uri="{FF2B5EF4-FFF2-40B4-BE49-F238E27FC236}">
                <a16:creationId xmlns:a16="http://schemas.microsoft.com/office/drawing/2014/main" id="{92BFC86C-672E-D3FC-1C13-A0EE83548307}"/>
              </a:ext>
            </a:extLst>
          </p:cNvPr>
          <p:cNvGraphicFramePr>
            <a:graphicFrameLocks noGrp="1"/>
          </p:cNvGraphicFramePr>
          <p:nvPr>
            <p:extLst>
              <p:ext uri="{D42A27DB-BD31-4B8C-83A1-F6EECF244321}">
                <p14:modId xmlns:p14="http://schemas.microsoft.com/office/powerpoint/2010/main" val="3190624945"/>
              </p:ext>
            </p:extLst>
          </p:nvPr>
        </p:nvGraphicFramePr>
        <p:xfrm>
          <a:off x="976923" y="1945640"/>
          <a:ext cx="8128000" cy="40792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039347096"/>
                    </a:ext>
                  </a:extLst>
                </a:gridCol>
                <a:gridCol w="4064000">
                  <a:extLst>
                    <a:ext uri="{9D8B030D-6E8A-4147-A177-3AD203B41FA5}">
                      <a16:colId xmlns:a16="http://schemas.microsoft.com/office/drawing/2014/main" val="3433871428"/>
                    </a:ext>
                  </a:extLst>
                </a:gridCol>
              </a:tblGrid>
              <a:tr h="370840">
                <a:tc>
                  <a:txBody>
                    <a:bodyPr/>
                    <a:lstStyle/>
                    <a:p>
                      <a:r>
                        <a:rPr lang="en-GB" dirty="0"/>
                        <a:t>item</a:t>
                      </a:r>
                      <a:endParaRPr lang="en-IN" dirty="0"/>
                    </a:p>
                  </a:txBody>
                  <a:tcPr/>
                </a:tc>
                <a:tc>
                  <a:txBody>
                    <a:bodyPr/>
                    <a:lstStyle/>
                    <a:p>
                      <a:r>
                        <a:rPr lang="en-GB" dirty="0"/>
                        <a:t>support</a:t>
                      </a:r>
                      <a:endParaRPr lang="en-IN" dirty="0"/>
                    </a:p>
                  </a:txBody>
                  <a:tcPr/>
                </a:tc>
                <a:extLst>
                  <a:ext uri="{0D108BD9-81ED-4DB2-BD59-A6C34878D82A}">
                    <a16:rowId xmlns:a16="http://schemas.microsoft.com/office/drawing/2014/main" val="308715699"/>
                  </a:ext>
                </a:extLst>
              </a:tr>
              <a:tr h="370840">
                <a:tc>
                  <a:txBody>
                    <a:bodyPr/>
                    <a:lstStyle/>
                    <a:p>
                      <a:r>
                        <a:rPr lang="en-GB" dirty="0"/>
                        <a:t>{M, O}</a:t>
                      </a:r>
                      <a:endParaRPr lang="en-IN" dirty="0"/>
                    </a:p>
                  </a:txBody>
                  <a:tcPr/>
                </a:tc>
                <a:tc>
                  <a:txBody>
                    <a:bodyPr/>
                    <a:lstStyle/>
                    <a:p>
                      <a:r>
                        <a:rPr lang="en-GB" dirty="0"/>
                        <a:t>1                ×</a:t>
                      </a:r>
                      <a:endParaRPr lang="en-IN" dirty="0"/>
                    </a:p>
                  </a:txBody>
                  <a:tcPr/>
                </a:tc>
                <a:extLst>
                  <a:ext uri="{0D108BD9-81ED-4DB2-BD59-A6C34878D82A}">
                    <a16:rowId xmlns:a16="http://schemas.microsoft.com/office/drawing/2014/main" val="1264329993"/>
                  </a:ext>
                </a:extLst>
              </a:tr>
              <a:tr h="370840">
                <a:tc>
                  <a:txBody>
                    <a:bodyPr/>
                    <a:lstStyle/>
                    <a:p>
                      <a:r>
                        <a:rPr lang="en-GB" dirty="0"/>
                        <a:t>{M, K}</a:t>
                      </a:r>
                    </a:p>
                  </a:txBody>
                  <a:tcPr/>
                </a:tc>
                <a:tc>
                  <a:txBody>
                    <a:bodyPr/>
                    <a:lstStyle/>
                    <a:p>
                      <a:r>
                        <a:rPr lang="en-GB" dirty="0"/>
                        <a:t>3                √</a:t>
                      </a:r>
                      <a:endParaRPr lang="en-IN" dirty="0"/>
                    </a:p>
                  </a:txBody>
                  <a:tcPr/>
                </a:tc>
                <a:extLst>
                  <a:ext uri="{0D108BD9-81ED-4DB2-BD59-A6C34878D82A}">
                    <a16:rowId xmlns:a16="http://schemas.microsoft.com/office/drawing/2014/main" val="2363766604"/>
                  </a:ext>
                </a:extLst>
              </a:tr>
              <a:tr h="370840">
                <a:tc>
                  <a:txBody>
                    <a:bodyPr/>
                    <a:lstStyle/>
                    <a:p>
                      <a:r>
                        <a:rPr lang="en-GB" dirty="0"/>
                        <a:t>{M ,E}</a:t>
                      </a:r>
                      <a:endParaRPr lang="en-IN" dirty="0"/>
                    </a:p>
                  </a:txBody>
                  <a:tcPr/>
                </a:tc>
                <a:tc>
                  <a:txBody>
                    <a:bodyPr/>
                    <a:lstStyle/>
                    <a:p>
                      <a:r>
                        <a:rPr lang="en-GB" dirty="0"/>
                        <a:t>2                ×</a:t>
                      </a:r>
                      <a:endParaRPr lang="en-IN" dirty="0"/>
                    </a:p>
                  </a:txBody>
                  <a:tcPr/>
                </a:tc>
                <a:extLst>
                  <a:ext uri="{0D108BD9-81ED-4DB2-BD59-A6C34878D82A}">
                    <a16:rowId xmlns:a16="http://schemas.microsoft.com/office/drawing/2014/main" val="221295502"/>
                  </a:ext>
                </a:extLst>
              </a:tr>
              <a:tr h="370840">
                <a:tc>
                  <a:txBody>
                    <a:bodyPr/>
                    <a:lstStyle/>
                    <a:p>
                      <a:r>
                        <a:rPr lang="en-GB" dirty="0"/>
                        <a:t>{M, Y}</a:t>
                      </a:r>
                      <a:endParaRPr lang="en-IN" dirty="0"/>
                    </a:p>
                  </a:txBody>
                  <a:tcPr/>
                </a:tc>
                <a:tc>
                  <a:txBody>
                    <a:bodyPr/>
                    <a:lstStyle/>
                    <a:p>
                      <a:r>
                        <a:rPr lang="en-GB" dirty="0"/>
                        <a:t>2              ×</a:t>
                      </a:r>
                      <a:endParaRPr lang="en-IN" dirty="0"/>
                    </a:p>
                  </a:txBody>
                  <a:tcPr/>
                </a:tc>
                <a:extLst>
                  <a:ext uri="{0D108BD9-81ED-4DB2-BD59-A6C34878D82A}">
                    <a16:rowId xmlns:a16="http://schemas.microsoft.com/office/drawing/2014/main" val="4203129794"/>
                  </a:ext>
                </a:extLst>
              </a:tr>
              <a:tr h="370840">
                <a:tc>
                  <a:txBody>
                    <a:bodyPr/>
                    <a:lstStyle/>
                    <a:p>
                      <a:r>
                        <a:rPr lang="en-GB" dirty="0"/>
                        <a:t>{O, K}</a:t>
                      </a:r>
                    </a:p>
                  </a:txBody>
                  <a:tcPr/>
                </a:tc>
                <a:tc>
                  <a:txBody>
                    <a:bodyPr/>
                    <a:lstStyle/>
                    <a:p>
                      <a:r>
                        <a:rPr lang="en-GB" dirty="0"/>
                        <a:t>3                √</a:t>
                      </a:r>
                      <a:endParaRPr lang="en-IN" dirty="0"/>
                    </a:p>
                  </a:txBody>
                  <a:tcPr/>
                </a:tc>
                <a:extLst>
                  <a:ext uri="{0D108BD9-81ED-4DB2-BD59-A6C34878D82A}">
                    <a16:rowId xmlns:a16="http://schemas.microsoft.com/office/drawing/2014/main" val="4092813079"/>
                  </a:ext>
                </a:extLst>
              </a:tr>
              <a:tr h="370840">
                <a:tc>
                  <a:txBody>
                    <a:bodyPr/>
                    <a:lstStyle/>
                    <a:p>
                      <a:r>
                        <a:rPr lang="en-GB" dirty="0"/>
                        <a:t>{O,E}</a:t>
                      </a:r>
                      <a:endParaRPr lang="en-IN" dirty="0"/>
                    </a:p>
                  </a:txBody>
                  <a:tcPr/>
                </a:tc>
                <a:tc>
                  <a:txBody>
                    <a:bodyPr/>
                    <a:lstStyle/>
                    <a:p>
                      <a:r>
                        <a:rPr lang="en-GB" dirty="0"/>
                        <a:t>3                √</a:t>
                      </a:r>
                      <a:endParaRPr lang="en-IN" dirty="0"/>
                    </a:p>
                  </a:txBody>
                  <a:tcPr/>
                </a:tc>
                <a:extLst>
                  <a:ext uri="{0D108BD9-81ED-4DB2-BD59-A6C34878D82A}">
                    <a16:rowId xmlns:a16="http://schemas.microsoft.com/office/drawing/2014/main" val="2597033847"/>
                  </a:ext>
                </a:extLst>
              </a:tr>
              <a:tr h="370840">
                <a:tc>
                  <a:txBody>
                    <a:bodyPr/>
                    <a:lstStyle/>
                    <a:p>
                      <a:r>
                        <a:rPr lang="en-GB" dirty="0"/>
                        <a:t>{O, Y}</a:t>
                      </a:r>
                      <a:endParaRPr lang="en-IN" dirty="0"/>
                    </a:p>
                  </a:txBody>
                  <a:tcPr/>
                </a:tc>
                <a:tc>
                  <a:txBody>
                    <a:bodyPr/>
                    <a:lstStyle/>
                    <a:p>
                      <a:r>
                        <a:rPr lang="en-GB" dirty="0"/>
                        <a:t>2                ×</a:t>
                      </a:r>
                      <a:endParaRPr lang="en-IN" dirty="0"/>
                    </a:p>
                  </a:txBody>
                  <a:tcPr/>
                </a:tc>
                <a:extLst>
                  <a:ext uri="{0D108BD9-81ED-4DB2-BD59-A6C34878D82A}">
                    <a16:rowId xmlns:a16="http://schemas.microsoft.com/office/drawing/2014/main" val="2481313936"/>
                  </a:ext>
                </a:extLst>
              </a:tr>
              <a:tr h="370840">
                <a:tc>
                  <a:txBody>
                    <a:bodyPr/>
                    <a:lstStyle/>
                    <a:p>
                      <a:r>
                        <a:rPr lang="en-GB" dirty="0"/>
                        <a:t>{K, E}</a:t>
                      </a:r>
                      <a:endParaRPr lang="en-IN" dirty="0"/>
                    </a:p>
                  </a:txBody>
                  <a:tcPr/>
                </a:tc>
                <a:tc>
                  <a:txBody>
                    <a:bodyPr/>
                    <a:lstStyle/>
                    <a:p>
                      <a:r>
                        <a:rPr lang="en-GB" dirty="0"/>
                        <a:t>4                √</a:t>
                      </a:r>
                      <a:endParaRPr lang="en-IN" dirty="0"/>
                    </a:p>
                  </a:txBody>
                  <a:tcPr/>
                </a:tc>
                <a:extLst>
                  <a:ext uri="{0D108BD9-81ED-4DB2-BD59-A6C34878D82A}">
                    <a16:rowId xmlns:a16="http://schemas.microsoft.com/office/drawing/2014/main" val="940099773"/>
                  </a:ext>
                </a:extLst>
              </a:tr>
              <a:tr h="370840">
                <a:tc>
                  <a:txBody>
                    <a:bodyPr/>
                    <a:lstStyle/>
                    <a:p>
                      <a:r>
                        <a:rPr lang="en-GB" dirty="0"/>
                        <a:t>{K, Y}</a:t>
                      </a:r>
                      <a:endParaRPr lang="en-IN" dirty="0"/>
                    </a:p>
                  </a:txBody>
                  <a:tcPr/>
                </a:tc>
                <a:tc>
                  <a:txBody>
                    <a:bodyPr/>
                    <a:lstStyle/>
                    <a:p>
                      <a:r>
                        <a:rPr lang="en-GB" dirty="0"/>
                        <a:t>3                √</a:t>
                      </a:r>
                      <a:endParaRPr lang="en-IN" dirty="0"/>
                    </a:p>
                  </a:txBody>
                  <a:tcPr/>
                </a:tc>
                <a:extLst>
                  <a:ext uri="{0D108BD9-81ED-4DB2-BD59-A6C34878D82A}">
                    <a16:rowId xmlns:a16="http://schemas.microsoft.com/office/drawing/2014/main" val="189789079"/>
                  </a:ext>
                </a:extLst>
              </a:tr>
              <a:tr h="370840">
                <a:tc>
                  <a:txBody>
                    <a:bodyPr/>
                    <a:lstStyle/>
                    <a:p>
                      <a:r>
                        <a:rPr lang="en-GB" dirty="0"/>
                        <a:t>{E, Y}</a:t>
                      </a:r>
                      <a:endParaRPr lang="en-IN" dirty="0"/>
                    </a:p>
                  </a:txBody>
                  <a:tcPr/>
                </a:tc>
                <a:tc>
                  <a:txBody>
                    <a:bodyPr/>
                    <a:lstStyle/>
                    <a:p>
                      <a:r>
                        <a:rPr lang="en-GB" dirty="0"/>
                        <a:t>2               ×</a:t>
                      </a:r>
                      <a:endParaRPr lang="en-IN" dirty="0"/>
                    </a:p>
                  </a:txBody>
                  <a:tcPr/>
                </a:tc>
                <a:extLst>
                  <a:ext uri="{0D108BD9-81ED-4DB2-BD59-A6C34878D82A}">
                    <a16:rowId xmlns:a16="http://schemas.microsoft.com/office/drawing/2014/main" val="3312726765"/>
                  </a:ext>
                </a:extLst>
              </a:tr>
            </a:tbl>
          </a:graphicData>
        </a:graphic>
      </p:graphicFrame>
    </p:spTree>
    <p:extLst>
      <p:ext uri="{BB962C8B-B14F-4D97-AF65-F5344CB8AC3E}">
        <p14:creationId xmlns:p14="http://schemas.microsoft.com/office/powerpoint/2010/main" val="429334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3EAEE-AB04-47FD-F997-E2D895DD210D}"/>
              </a:ext>
            </a:extLst>
          </p:cNvPr>
          <p:cNvSpPr>
            <a:spLocks noGrp="1"/>
          </p:cNvSpPr>
          <p:nvPr>
            <p:ph type="title"/>
          </p:nvPr>
        </p:nvSpPr>
        <p:spPr/>
        <p:txBody>
          <a:bodyPr/>
          <a:lstStyle/>
          <a:p>
            <a:r>
              <a:rPr lang="en-GB" dirty="0"/>
              <a:t>Step 4</a:t>
            </a:r>
            <a:endParaRPr lang="en-IN" dirty="0"/>
          </a:p>
        </p:txBody>
      </p:sp>
      <p:sp>
        <p:nvSpPr>
          <p:cNvPr id="3" name="Content Placeholder 2">
            <a:extLst>
              <a:ext uri="{FF2B5EF4-FFF2-40B4-BE49-F238E27FC236}">
                <a16:creationId xmlns:a16="http://schemas.microsoft.com/office/drawing/2014/main" id="{B9FC2CA6-7A79-5B13-08C3-4B63A5368A1C}"/>
              </a:ext>
            </a:extLst>
          </p:cNvPr>
          <p:cNvSpPr>
            <a:spLocks noGrp="1"/>
          </p:cNvSpPr>
          <p:nvPr>
            <p:ph idx="1"/>
          </p:nvPr>
        </p:nvSpPr>
        <p:spPr/>
        <p:txBody>
          <a:bodyPr/>
          <a:lstStyle/>
          <a:p>
            <a:r>
              <a:rPr lang="en-GB" dirty="0"/>
              <a:t>Compare with </a:t>
            </a:r>
            <a:r>
              <a:rPr lang="en-GB" dirty="0" err="1"/>
              <a:t>min_sup</a:t>
            </a:r>
            <a:r>
              <a:rPr lang="en-GB" dirty="0"/>
              <a:t> with c2</a:t>
            </a:r>
          </a:p>
          <a:p>
            <a:endParaRPr lang="en-IN" dirty="0"/>
          </a:p>
        </p:txBody>
      </p:sp>
      <p:graphicFrame>
        <p:nvGraphicFramePr>
          <p:cNvPr id="5" name="Table 4">
            <a:extLst>
              <a:ext uri="{FF2B5EF4-FFF2-40B4-BE49-F238E27FC236}">
                <a16:creationId xmlns:a16="http://schemas.microsoft.com/office/drawing/2014/main" id="{1711D26E-10A7-EEFB-0355-C25D81E1FFFE}"/>
              </a:ext>
            </a:extLst>
          </p:cNvPr>
          <p:cNvGraphicFramePr>
            <a:graphicFrameLocks noGrp="1"/>
          </p:cNvGraphicFramePr>
          <p:nvPr>
            <p:extLst>
              <p:ext uri="{D42A27DB-BD31-4B8C-83A1-F6EECF244321}">
                <p14:modId xmlns:p14="http://schemas.microsoft.com/office/powerpoint/2010/main" val="958628343"/>
              </p:ext>
            </p:extLst>
          </p:nvPr>
        </p:nvGraphicFramePr>
        <p:xfrm>
          <a:off x="906585" y="2070164"/>
          <a:ext cx="8128000" cy="22250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4137046835"/>
                    </a:ext>
                  </a:extLst>
                </a:gridCol>
                <a:gridCol w="4064000">
                  <a:extLst>
                    <a:ext uri="{9D8B030D-6E8A-4147-A177-3AD203B41FA5}">
                      <a16:colId xmlns:a16="http://schemas.microsoft.com/office/drawing/2014/main" val="3475651737"/>
                    </a:ext>
                  </a:extLst>
                </a:gridCol>
              </a:tblGrid>
              <a:tr h="370840">
                <a:tc>
                  <a:txBody>
                    <a:bodyPr/>
                    <a:lstStyle/>
                    <a:p>
                      <a:r>
                        <a:rPr lang="en-GB" dirty="0"/>
                        <a:t>Item </a:t>
                      </a:r>
                      <a:endParaRPr lang="en-IN" dirty="0"/>
                    </a:p>
                  </a:txBody>
                  <a:tcPr/>
                </a:tc>
                <a:tc>
                  <a:txBody>
                    <a:bodyPr/>
                    <a:lstStyle/>
                    <a:p>
                      <a:r>
                        <a:rPr lang="en-GB" dirty="0"/>
                        <a:t>support</a:t>
                      </a:r>
                      <a:endParaRPr lang="en-IN" dirty="0"/>
                    </a:p>
                  </a:txBody>
                  <a:tcPr/>
                </a:tc>
                <a:extLst>
                  <a:ext uri="{0D108BD9-81ED-4DB2-BD59-A6C34878D82A}">
                    <a16:rowId xmlns:a16="http://schemas.microsoft.com/office/drawing/2014/main" val="1057734062"/>
                  </a:ext>
                </a:extLst>
              </a:tr>
              <a:tr h="370840">
                <a:tc>
                  <a:txBody>
                    <a:bodyPr/>
                    <a:lstStyle/>
                    <a:p>
                      <a:r>
                        <a:rPr lang="en-GB" dirty="0"/>
                        <a:t>{M, K}</a:t>
                      </a:r>
                      <a:endParaRPr lang="en-IN" dirty="0"/>
                    </a:p>
                  </a:txBody>
                  <a:tcPr/>
                </a:tc>
                <a:tc>
                  <a:txBody>
                    <a:bodyPr/>
                    <a:lstStyle/>
                    <a:p>
                      <a:r>
                        <a:rPr lang="en-GB" dirty="0"/>
                        <a:t>3</a:t>
                      </a:r>
                      <a:endParaRPr lang="en-IN" dirty="0"/>
                    </a:p>
                  </a:txBody>
                  <a:tcPr/>
                </a:tc>
                <a:extLst>
                  <a:ext uri="{0D108BD9-81ED-4DB2-BD59-A6C34878D82A}">
                    <a16:rowId xmlns:a16="http://schemas.microsoft.com/office/drawing/2014/main" val="1053555602"/>
                  </a:ext>
                </a:extLst>
              </a:tr>
              <a:tr h="370840">
                <a:tc>
                  <a:txBody>
                    <a:bodyPr/>
                    <a:lstStyle/>
                    <a:p>
                      <a:r>
                        <a:rPr lang="en-GB" dirty="0"/>
                        <a:t>{O, K}</a:t>
                      </a:r>
                      <a:endParaRPr lang="en-IN" dirty="0"/>
                    </a:p>
                  </a:txBody>
                  <a:tcPr/>
                </a:tc>
                <a:tc>
                  <a:txBody>
                    <a:bodyPr/>
                    <a:lstStyle/>
                    <a:p>
                      <a:r>
                        <a:rPr lang="en-GB" dirty="0"/>
                        <a:t>3</a:t>
                      </a:r>
                      <a:endParaRPr lang="en-IN" dirty="0"/>
                    </a:p>
                  </a:txBody>
                  <a:tcPr/>
                </a:tc>
                <a:extLst>
                  <a:ext uri="{0D108BD9-81ED-4DB2-BD59-A6C34878D82A}">
                    <a16:rowId xmlns:a16="http://schemas.microsoft.com/office/drawing/2014/main" val="3643869438"/>
                  </a:ext>
                </a:extLst>
              </a:tr>
              <a:tr h="370840">
                <a:tc>
                  <a:txBody>
                    <a:bodyPr/>
                    <a:lstStyle/>
                    <a:p>
                      <a:r>
                        <a:rPr lang="en-GB" dirty="0"/>
                        <a:t>{O, E}</a:t>
                      </a:r>
                      <a:endParaRPr lang="en-IN" dirty="0"/>
                    </a:p>
                  </a:txBody>
                  <a:tcPr/>
                </a:tc>
                <a:tc>
                  <a:txBody>
                    <a:bodyPr/>
                    <a:lstStyle/>
                    <a:p>
                      <a:r>
                        <a:rPr lang="en-GB" dirty="0"/>
                        <a:t>3</a:t>
                      </a:r>
                      <a:endParaRPr lang="en-IN" dirty="0"/>
                    </a:p>
                  </a:txBody>
                  <a:tcPr/>
                </a:tc>
                <a:extLst>
                  <a:ext uri="{0D108BD9-81ED-4DB2-BD59-A6C34878D82A}">
                    <a16:rowId xmlns:a16="http://schemas.microsoft.com/office/drawing/2014/main" val="2887561577"/>
                  </a:ext>
                </a:extLst>
              </a:tr>
              <a:tr h="370840">
                <a:tc>
                  <a:txBody>
                    <a:bodyPr/>
                    <a:lstStyle/>
                    <a:p>
                      <a:r>
                        <a:rPr lang="en-GB" dirty="0"/>
                        <a:t>{K, E}</a:t>
                      </a:r>
                      <a:endParaRPr lang="en-IN" dirty="0"/>
                    </a:p>
                  </a:txBody>
                  <a:tcPr/>
                </a:tc>
                <a:tc>
                  <a:txBody>
                    <a:bodyPr/>
                    <a:lstStyle/>
                    <a:p>
                      <a:r>
                        <a:rPr lang="en-GB" dirty="0"/>
                        <a:t>4</a:t>
                      </a:r>
                      <a:endParaRPr lang="en-IN" dirty="0"/>
                    </a:p>
                  </a:txBody>
                  <a:tcPr/>
                </a:tc>
                <a:extLst>
                  <a:ext uri="{0D108BD9-81ED-4DB2-BD59-A6C34878D82A}">
                    <a16:rowId xmlns:a16="http://schemas.microsoft.com/office/drawing/2014/main" val="954344644"/>
                  </a:ext>
                </a:extLst>
              </a:tr>
              <a:tr h="370840">
                <a:tc>
                  <a:txBody>
                    <a:bodyPr/>
                    <a:lstStyle/>
                    <a:p>
                      <a:r>
                        <a:rPr lang="en-GB" dirty="0"/>
                        <a:t>{K, Y}</a:t>
                      </a:r>
                      <a:endParaRPr lang="en-IN" dirty="0"/>
                    </a:p>
                  </a:txBody>
                  <a:tcPr/>
                </a:tc>
                <a:tc>
                  <a:txBody>
                    <a:bodyPr/>
                    <a:lstStyle/>
                    <a:p>
                      <a:r>
                        <a:rPr lang="en-GB" dirty="0"/>
                        <a:t>3</a:t>
                      </a:r>
                      <a:endParaRPr lang="en-IN" dirty="0"/>
                    </a:p>
                  </a:txBody>
                  <a:tcPr/>
                </a:tc>
                <a:extLst>
                  <a:ext uri="{0D108BD9-81ED-4DB2-BD59-A6C34878D82A}">
                    <a16:rowId xmlns:a16="http://schemas.microsoft.com/office/drawing/2014/main" val="4018539943"/>
                  </a:ext>
                </a:extLst>
              </a:tr>
            </a:tbl>
          </a:graphicData>
        </a:graphic>
      </p:graphicFrame>
    </p:spTree>
    <p:extLst>
      <p:ext uri="{BB962C8B-B14F-4D97-AF65-F5344CB8AC3E}">
        <p14:creationId xmlns:p14="http://schemas.microsoft.com/office/powerpoint/2010/main" val="4291894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B648A-A819-DE68-3E0E-C1C3490085BD}"/>
              </a:ext>
            </a:extLst>
          </p:cNvPr>
          <p:cNvSpPr>
            <a:spLocks noGrp="1"/>
          </p:cNvSpPr>
          <p:nvPr>
            <p:ph type="title"/>
          </p:nvPr>
        </p:nvSpPr>
        <p:spPr/>
        <p:txBody>
          <a:bodyPr/>
          <a:lstStyle/>
          <a:p>
            <a:r>
              <a:rPr lang="en-GB" dirty="0"/>
              <a:t>Step 5</a:t>
            </a:r>
            <a:endParaRPr lang="en-IN" dirty="0"/>
          </a:p>
        </p:txBody>
      </p:sp>
      <p:sp>
        <p:nvSpPr>
          <p:cNvPr id="3" name="Content Placeholder 2">
            <a:extLst>
              <a:ext uri="{FF2B5EF4-FFF2-40B4-BE49-F238E27FC236}">
                <a16:creationId xmlns:a16="http://schemas.microsoft.com/office/drawing/2014/main" id="{7F89C642-1334-89AD-7A12-CF1A5C1CB070}"/>
              </a:ext>
            </a:extLst>
          </p:cNvPr>
          <p:cNvSpPr>
            <a:spLocks noGrp="1"/>
          </p:cNvSpPr>
          <p:nvPr>
            <p:ph idx="1"/>
          </p:nvPr>
        </p:nvSpPr>
        <p:spPr/>
        <p:txBody>
          <a:bodyPr/>
          <a:lstStyle/>
          <a:p>
            <a:r>
              <a:rPr lang="en-GB" dirty="0"/>
              <a:t>Generate pairs for c3:</a:t>
            </a:r>
          </a:p>
          <a:p>
            <a:endParaRPr lang="en-IN" dirty="0"/>
          </a:p>
        </p:txBody>
      </p:sp>
      <p:graphicFrame>
        <p:nvGraphicFramePr>
          <p:cNvPr id="4" name="Table 3">
            <a:extLst>
              <a:ext uri="{FF2B5EF4-FFF2-40B4-BE49-F238E27FC236}">
                <a16:creationId xmlns:a16="http://schemas.microsoft.com/office/drawing/2014/main" id="{A6FF796E-7245-75E9-9006-C452CA06EEEC}"/>
              </a:ext>
            </a:extLst>
          </p:cNvPr>
          <p:cNvGraphicFramePr>
            <a:graphicFrameLocks noGrp="1"/>
          </p:cNvGraphicFramePr>
          <p:nvPr>
            <p:extLst>
              <p:ext uri="{D42A27DB-BD31-4B8C-83A1-F6EECF244321}">
                <p14:modId xmlns:p14="http://schemas.microsoft.com/office/powerpoint/2010/main" val="470707436"/>
              </p:ext>
            </p:extLst>
          </p:nvPr>
        </p:nvGraphicFramePr>
        <p:xfrm>
          <a:off x="962856" y="2084232"/>
          <a:ext cx="8128000" cy="22250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618169493"/>
                    </a:ext>
                  </a:extLst>
                </a:gridCol>
                <a:gridCol w="4064000">
                  <a:extLst>
                    <a:ext uri="{9D8B030D-6E8A-4147-A177-3AD203B41FA5}">
                      <a16:colId xmlns:a16="http://schemas.microsoft.com/office/drawing/2014/main" val="441587144"/>
                    </a:ext>
                  </a:extLst>
                </a:gridCol>
              </a:tblGrid>
              <a:tr h="370840">
                <a:tc>
                  <a:txBody>
                    <a:bodyPr/>
                    <a:lstStyle/>
                    <a:p>
                      <a:r>
                        <a:rPr lang="en-GB" dirty="0"/>
                        <a:t>item</a:t>
                      </a:r>
                      <a:endParaRPr lang="en-IN" dirty="0"/>
                    </a:p>
                  </a:txBody>
                  <a:tcPr/>
                </a:tc>
                <a:tc>
                  <a:txBody>
                    <a:bodyPr/>
                    <a:lstStyle/>
                    <a:p>
                      <a:r>
                        <a:rPr lang="en-GB" dirty="0"/>
                        <a:t>Support </a:t>
                      </a:r>
                      <a:r>
                        <a:rPr lang="en-GB" dirty="0" err="1"/>
                        <a:t>cnt</a:t>
                      </a:r>
                      <a:endParaRPr lang="en-IN" dirty="0"/>
                    </a:p>
                  </a:txBody>
                  <a:tcPr/>
                </a:tc>
                <a:extLst>
                  <a:ext uri="{0D108BD9-81ED-4DB2-BD59-A6C34878D82A}">
                    <a16:rowId xmlns:a16="http://schemas.microsoft.com/office/drawing/2014/main" val="3587362348"/>
                  </a:ext>
                </a:extLst>
              </a:tr>
              <a:tr h="370840">
                <a:tc>
                  <a:txBody>
                    <a:bodyPr/>
                    <a:lstStyle/>
                    <a:p>
                      <a:r>
                        <a:rPr lang="en-GB" dirty="0"/>
                        <a:t>{M,K,O}</a:t>
                      </a:r>
                      <a:endParaRPr lang="en-IN" dirty="0"/>
                    </a:p>
                  </a:txBody>
                  <a:tcPr/>
                </a:tc>
                <a:tc>
                  <a:txBody>
                    <a:bodyPr/>
                    <a:lstStyle/>
                    <a:p>
                      <a:r>
                        <a:rPr lang="en-GB" dirty="0"/>
                        <a:t>1</a:t>
                      </a:r>
                      <a:endParaRPr lang="en-IN" dirty="0"/>
                    </a:p>
                  </a:txBody>
                  <a:tcPr/>
                </a:tc>
                <a:extLst>
                  <a:ext uri="{0D108BD9-81ED-4DB2-BD59-A6C34878D82A}">
                    <a16:rowId xmlns:a16="http://schemas.microsoft.com/office/drawing/2014/main" val="827833364"/>
                  </a:ext>
                </a:extLst>
              </a:tr>
              <a:tr h="370840">
                <a:tc>
                  <a:txBody>
                    <a:bodyPr/>
                    <a:lstStyle/>
                    <a:p>
                      <a:r>
                        <a:rPr lang="en-GB" dirty="0"/>
                        <a:t>{M, K, E}</a:t>
                      </a:r>
                      <a:endParaRPr lang="en-IN" dirty="0"/>
                    </a:p>
                  </a:txBody>
                  <a:tcPr/>
                </a:tc>
                <a:tc>
                  <a:txBody>
                    <a:bodyPr/>
                    <a:lstStyle/>
                    <a:p>
                      <a:r>
                        <a:rPr lang="en-GB" dirty="0"/>
                        <a:t>2</a:t>
                      </a:r>
                      <a:endParaRPr lang="en-IN" dirty="0"/>
                    </a:p>
                  </a:txBody>
                  <a:tcPr/>
                </a:tc>
                <a:extLst>
                  <a:ext uri="{0D108BD9-81ED-4DB2-BD59-A6C34878D82A}">
                    <a16:rowId xmlns:a16="http://schemas.microsoft.com/office/drawing/2014/main" val="3140987518"/>
                  </a:ext>
                </a:extLst>
              </a:tr>
              <a:tr h="370840">
                <a:tc>
                  <a:txBody>
                    <a:bodyPr/>
                    <a:lstStyle/>
                    <a:p>
                      <a:r>
                        <a:rPr lang="en-GB" dirty="0"/>
                        <a:t>{N, K, Y}</a:t>
                      </a:r>
                      <a:endParaRPr lang="en-IN" dirty="0"/>
                    </a:p>
                  </a:txBody>
                  <a:tcPr/>
                </a:tc>
                <a:tc>
                  <a:txBody>
                    <a:bodyPr/>
                    <a:lstStyle/>
                    <a:p>
                      <a:r>
                        <a:rPr lang="en-GB" dirty="0"/>
                        <a:t>2</a:t>
                      </a:r>
                      <a:endParaRPr lang="en-IN" dirty="0"/>
                    </a:p>
                  </a:txBody>
                  <a:tcPr/>
                </a:tc>
                <a:extLst>
                  <a:ext uri="{0D108BD9-81ED-4DB2-BD59-A6C34878D82A}">
                    <a16:rowId xmlns:a16="http://schemas.microsoft.com/office/drawing/2014/main" val="177285851"/>
                  </a:ext>
                </a:extLst>
              </a:tr>
              <a:tr h="370840">
                <a:tc>
                  <a:txBody>
                    <a:bodyPr/>
                    <a:lstStyle/>
                    <a:p>
                      <a:r>
                        <a:rPr lang="en-GB" b="1" dirty="0"/>
                        <a:t>{O, K, E}</a:t>
                      </a:r>
                      <a:endParaRPr lang="en-IN" b="1" dirty="0"/>
                    </a:p>
                  </a:txBody>
                  <a:tcPr/>
                </a:tc>
                <a:tc>
                  <a:txBody>
                    <a:bodyPr/>
                    <a:lstStyle/>
                    <a:p>
                      <a:r>
                        <a:rPr lang="en-GB" b="1" dirty="0"/>
                        <a:t>3</a:t>
                      </a:r>
                      <a:endParaRPr lang="en-IN" b="1" dirty="0"/>
                    </a:p>
                  </a:txBody>
                  <a:tcPr/>
                </a:tc>
                <a:extLst>
                  <a:ext uri="{0D108BD9-81ED-4DB2-BD59-A6C34878D82A}">
                    <a16:rowId xmlns:a16="http://schemas.microsoft.com/office/drawing/2014/main" val="3947292389"/>
                  </a:ext>
                </a:extLst>
              </a:tr>
              <a:tr h="370840">
                <a:tc>
                  <a:txBody>
                    <a:bodyPr/>
                    <a:lstStyle/>
                    <a:p>
                      <a:r>
                        <a:rPr lang="en-GB" dirty="0"/>
                        <a:t>{O, K, Y}</a:t>
                      </a:r>
                      <a:endParaRPr lang="en-IN" dirty="0"/>
                    </a:p>
                  </a:txBody>
                  <a:tcPr/>
                </a:tc>
                <a:tc>
                  <a:txBody>
                    <a:bodyPr/>
                    <a:lstStyle/>
                    <a:p>
                      <a:r>
                        <a:rPr lang="en-GB" dirty="0"/>
                        <a:t>2</a:t>
                      </a:r>
                      <a:endParaRPr lang="en-IN" dirty="0"/>
                    </a:p>
                  </a:txBody>
                  <a:tcPr/>
                </a:tc>
                <a:extLst>
                  <a:ext uri="{0D108BD9-81ED-4DB2-BD59-A6C34878D82A}">
                    <a16:rowId xmlns:a16="http://schemas.microsoft.com/office/drawing/2014/main" val="3540191380"/>
                  </a:ext>
                </a:extLst>
              </a:tr>
            </a:tbl>
          </a:graphicData>
        </a:graphic>
      </p:graphicFrame>
    </p:spTree>
    <p:extLst>
      <p:ext uri="{BB962C8B-B14F-4D97-AF65-F5344CB8AC3E}">
        <p14:creationId xmlns:p14="http://schemas.microsoft.com/office/powerpoint/2010/main" val="19121620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B517D-2305-EA54-A5CB-EEF2822A64C3}"/>
              </a:ext>
            </a:extLst>
          </p:cNvPr>
          <p:cNvSpPr>
            <a:spLocks noGrp="1"/>
          </p:cNvSpPr>
          <p:nvPr>
            <p:ph type="title"/>
          </p:nvPr>
        </p:nvSpPr>
        <p:spPr/>
        <p:txBody>
          <a:bodyPr/>
          <a:lstStyle/>
          <a:p>
            <a:r>
              <a:rPr lang="en-GB" dirty="0"/>
              <a:t>Step 6 &amp; 7</a:t>
            </a:r>
            <a:endParaRPr lang="en-IN" dirty="0"/>
          </a:p>
        </p:txBody>
      </p:sp>
      <p:sp>
        <p:nvSpPr>
          <p:cNvPr id="3" name="Content Placeholder 2">
            <a:extLst>
              <a:ext uri="{FF2B5EF4-FFF2-40B4-BE49-F238E27FC236}">
                <a16:creationId xmlns:a16="http://schemas.microsoft.com/office/drawing/2014/main" id="{4E47A1E4-17E8-6EF3-86CA-5E1AAAE23709}"/>
              </a:ext>
            </a:extLst>
          </p:cNvPr>
          <p:cNvSpPr>
            <a:spLocks noGrp="1"/>
          </p:cNvSpPr>
          <p:nvPr>
            <p:ph idx="1"/>
          </p:nvPr>
        </p:nvSpPr>
        <p:spPr>
          <a:xfrm>
            <a:off x="131886" y="1447800"/>
            <a:ext cx="6142305" cy="4495800"/>
          </a:xfrm>
        </p:spPr>
        <p:txBody>
          <a:bodyPr/>
          <a:lstStyle/>
          <a:p>
            <a:r>
              <a:rPr lang="en-GB" dirty="0"/>
              <a:t>Compare c3 with min sup.</a:t>
            </a:r>
          </a:p>
          <a:p>
            <a:r>
              <a:rPr lang="en-GB" dirty="0"/>
              <a:t>Creating association rules with min support and min confidence for {O, K ,E}. </a:t>
            </a:r>
          </a:p>
          <a:p>
            <a:r>
              <a:rPr lang="en-GB" dirty="0"/>
              <a:t>n!  = 3! = 3*2*1 = 6  this implies</a:t>
            </a:r>
          </a:p>
          <a:p>
            <a:r>
              <a:rPr lang="en-GB" dirty="0"/>
              <a:t>O^K =&gt; E</a:t>
            </a:r>
          </a:p>
          <a:p>
            <a:r>
              <a:rPr lang="en-GB" dirty="0"/>
              <a:t>O ^ E =&gt;k</a:t>
            </a:r>
          </a:p>
          <a:p>
            <a:endParaRPr lang="en-GB" dirty="0"/>
          </a:p>
          <a:p>
            <a:r>
              <a:rPr lang="en-GB" dirty="0" err="1"/>
              <a:t>Condifence</a:t>
            </a:r>
            <a:r>
              <a:rPr lang="en-GB" dirty="0"/>
              <a:t> = support/ </a:t>
            </a:r>
          </a:p>
          <a:p>
            <a:r>
              <a:rPr lang="en-GB" dirty="0" err="1"/>
              <a:t>no.of</a:t>
            </a:r>
            <a:r>
              <a:rPr lang="en-GB" dirty="0"/>
              <a:t> </a:t>
            </a:r>
            <a:r>
              <a:rPr lang="en-GB" dirty="0" err="1"/>
              <a:t>occurace</a:t>
            </a:r>
            <a:r>
              <a:rPr lang="en-GB" dirty="0"/>
              <a:t> of pattern </a:t>
            </a:r>
          </a:p>
          <a:p>
            <a:r>
              <a:rPr lang="en-GB" dirty="0"/>
              <a:t> </a:t>
            </a:r>
          </a:p>
          <a:p>
            <a:endParaRPr lang="en-IN" dirty="0"/>
          </a:p>
        </p:txBody>
      </p:sp>
      <p:graphicFrame>
        <p:nvGraphicFramePr>
          <p:cNvPr id="4" name="Table 3">
            <a:extLst>
              <a:ext uri="{FF2B5EF4-FFF2-40B4-BE49-F238E27FC236}">
                <a16:creationId xmlns:a16="http://schemas.microsoft.com/office/drawing/2014/main" id="{E9656BD7-F7E8-4814-AD05-AE3C47C0971B}"/>
              </a:ext>
            </a:extLst>
          </p:cNvPr>
          <p:cNvGraphicFramePr>
            <a:graphicFrameLocks noGrp="1"/>
          </p:cNvGraphicFramePr>
          <p:nvPr>
            <p:extLst>
              <p:ext uri="{D42A27DB-BD31-4B8C-83A1-F6EECF244321}">
                <p14:modId xmlns:p14="http://schemas.microsoft.com/office/powerpoint/2010/main" val="640024762"/>
              </p:ext>
            </p:extLst>
          </p:nvPr>
        </p:nvGraphicFramePr>
        <p:xfrm>
          <a:off x="4101321" y="2475898"/>
          <a:ext cx="7033844" cy="3467702"/>
        </p:xfrm>
        <a:graphic>
          <a:graphicData uri="http://schemas.openxmlformats.org/drawingml/2006/table">
            <a:tbl>
              <a:tblPr firstRow="1" bandRow="1">
                <a:tableStyleId>{5C22544A-7EE6-4342-B048-85BDC9FD1C3A}</a:tableStyleId>
              </a:tblPr>
              <a:tblGrid>
                <a:gridCol w="1758461">
                  <a:extLst>
                    <a:ext uri="{9D8B030D-6E8A-4147-A177-3AD203B41FA5}">
                      <a16:colId xmlns:a16="http://schemas.microsoft.com/office/drawing/2014/main" val="2489521754"/>
                    </a:ext>
                  </a:extLst>
                </a:gridCol>
                <a:gridCol w="1758461">
                  <a:extLst>
                    <a:ext uri="{9D8B030D-6E8A-4147-A177-3AD203B41FA5}">
                      <a16:colId xmlns:a16="http://schemas.microsoft.com/office/drawing/2014/main" val="1687522148"/>
                    </a:ext>
                  </a:extLst>
                </a:gridCol>
                <a:gridCol w="1758461">
                  <a:extLst>
                    <a:ext uri="{9D8B030D-6E8A-4147-A177-3AD203B41FA5}">
                      <a16:colId xmlns:a16="http://schemas.microsoft.com/office/drawing/2014/main" val="4150147492"/>
                    </a:ext>
                  </a:extLst>
                </a:gridCol>
                <a:gridCol w="1758461">
                  <a:extLst>
                    <a:ext uri="{9D8B030D-6E8A-4147-A177-3AD203B41FA5}">
                      <a16:colId xmlns:a16="http://schemas.microsoft.com/office/drawing/2014/main" val="834985286"/>
                    </a:ext>
                  </a:extLst>
                </a:gridCol>
              </a:tblGrid>
              <a:tr h="489704">
                <a:tc>
                  <a:txBody>
                    <a:bodyPr/>
                    <a:lstStyle/>
                    <a:p>
                      <a:r>
                        <a:rPr lang="en-GB" dirty="0"/>
                        <a:t>Association rule</a:t>
                      </a:r>
                      <a:endParaRPr lang="en-IN" dirty="0"/>
                    </a:p>
                  </a:txBody>
                  <a:tcPr/>
                </a:tc>
                <a:tc>
                  <a:txBody>
                    <a:bodyPr/>
                    <a:lstStyle/>
                    <a:p>
                      <a:r>
                        <a:rPr lang="en-GB" dirty="0"/>
                        <a:t>Support </a:t>
                      </a:r>
                      <a:endParaRPr lang="en-IN" dirty="0"/>
                    </a:p>
                  </a:txBody>
                  <a:tcPr/>
                </a:tc>
                <a:tc>
                  <a:txBody>
                    <a:bodyPr/>
                    <a:lstStyle/>
                    <a:p>
                      <a:r>
                        <a:rPr lang="en-GB" dirty="0"/>
                        <a:t>Confidence </a:t>
                      </a:r>
                      <a:endParaRPr lang="en-IN" dirty="0"/>
                    </a:p>
                  </a:txBody>
                  <a:tcPr/>
                </a:tc>
                <a:tc>
                  <a:txBody>
                    <a:bodyPr/>
                    <a:lstStyle/>
                    <a:p>
                      <a:r>
                        <a:rPr lang="en-GB" dirty="0"/>
                        <a:t>Confidence in %</a:t>
                      </a:r>
                      <a:endParaRPr lang="en-IN" dirty="0"/>
                    </a:p>
                  </a:txBody>
                  <a:tcPr/>
                </a:tc>
                <a:extLst>
                  <a:ext uri="{0D108BD9-81ED-4DB2-BD59-A6C34878D82A}">
                    <a16:rowId xmlns:a16="http://schemas.microsoft.com/office/drawing/2014/main" val="3640064956"/>
                  </a:ext>
                </a:extLst>
              </a:tr>
              <a:tr h="496333">
                <a:tc>
                  <a:txBody>
                    <a:bodyPr/>
                    <a:lstStyle/>
                    <a:p>
                      <a:r>
                        <a:rPr lang="en-GB" dirty="0"/>
                        <a:t>O^K =&gt;E</a:t>
                      </a:r>
                      <a:endParaRPr lang="en-IN" dirty="0"/>
                    </a:p>
                  </a:txBody>
                  <a:tcPr/>
                </a:tc>
                <a:tc>
                  <a:txBody>
                    <a:bodyPr/>
                    <a:lstStyle/>
                    <a:p>
                      <a:r>
                        <a:rPr lang="en-GB" dirty="0"/>
                        <a:t>3</a:t>
                      </a:r>
                      <a:endParaRPr lang="en-IN" dirty="0"/>
                    </a:p>
                  </a:txBody>
                  <a:tcPr/>
                </a:tc>
                <a:tc>
                  <a:txBody>
                    <a:bodyPr/>
                    <a:lstStyle/>
                    <a:p>
                      <a:r>
                        <a:rPr lang="en-GB" dirty="0"/>
                        <a:t>3/3 = 1</a:t>
                      </a:r>
                      <a:endParaRPr lang="en-IN" dirty="0"/>
                    </a:p>
                  </a:txBody>
                  <a:tcPr/>
                </a:tc>
                <a:tc>
                  <a:txBody>
                    <a:bodyPr/>
                    <a:lstStyle/>
                    <a:p>
                      <a:r>
                        <a:rPr lang="en-GB" dirty="0"/>
                        <a:t>100</a:t>
                      </a:r>
                      <a:endParaRPr lang="en-IN" dirty="0"/>
                    </a:p>
                  </a:txBody>
                  <a:tcPr/>
                </a:tc>
                <a:extLst>
                  <a:ext uri="{0D108BD9-81ED-4DB2-BD59-A6C34878D82A}">
                    <a16:rowId xmlns:a16="http://schemas.microsoft.com/office/drawing/2014/main" val="3150165405"/>
                  </a:ext>
                </a:extLst>
              </a:tr>
              <a:tr h="496333">
                <a:tc>
                  <a:txBody>
                    <a:bodyPr/>
                    <a:lstStyle/>
                    <a:p>
                      <a:r>
                        <a:rPr lang="en-GB" dirty="0"/>
                        <a:t>O^E =&gt;K</a:t>
                      </a:r>
                      <a:endParaRPr lang="en-IN" dirty="0"/>
                    </a:p>
                  </a:txBody>
                  <a:tcPr/>
                </a:tc>
                <a:tc>
                  <a:txBody>
                    <a:bodyPr/>
                    <a:lstStyle/>
                    <a:p>
                      <a:r>
                        <a:rPr lang="en-GB" dirty="0"/>
                        <a:t>3</a:t>
                      </a:r>
                      <a:endParaRPr lang="en-IN" dirty="0"/>
                    </a:p>
                  </a:txBody>
                  <a:tcPr/>
                </a:tc>
                <a:tc>
                  <a:txBody>
                    <a:bodyPr/>
                    <a:lstStyle/>
                    <a:p>
                      <a:r>
                        <a:rPr lang="en-GB" dirty="0"/>
                        <a:t>3/3 =1 </a:t>
                      </a:r>
                      <a:endParaRPr lang="en-IN" dirty="0"/>
                    </a:p>
                  </a:txBody>
                  <a:tcPr/>
                </a:tc>
                <a:tc>
                  <a:txBody>
                    <a:bodyPr/>
                    <a:lstStyle/>
                    <a:p>
                      <a:r>
                        <a:rPr lang="en-GB" dirty="0"/>
                        <a:t>100</a:t>
                      </a:r>
                      <a:endParaRPr lang="en-IN" dirty="0"/>
                    </a:p>
                  </a:txBody>
                  <a:tcPr/>
                </a:tc>
                <a:extLst>
                  <a:ext uri="{0D108BD9-81ED-4DB2-BD59-A6C34878D82A}">
                    <a16:rowId xmlns:a16="http://schemas.microsoft.com/office/drawing/2014/main" val="1268816714"/>
                  </a:ext>
                </a:extLst>
              </a:tr>
              <a:tr h="496333">
                <a:tc>
                  <a:txBody>
                    <a:bodyPr/>
                    <a:lstStyle/>
                    <a:p>
                      <a:r>
                        <a:rPr lang="en-GB" dirty="0"/>
                        <a:t>K^E =&gt;O</a:t>
                      </a:r>
                      <a:endParaRPr lang="en-IN" dirty="0"/>
                    </a:p>
                  </a:txBody>
                  <a:tcPr/>
                </a:tc>
                <a:tc>
                  <a:txBody>
                    <a:bodyPr/>
                    <a:lstStyle/>
                    <a:p>
                      <a:r>
                        <a:rPr lang="en-GB" dirty="0"/>
                        <a:t>3</a:t>
                      </a:r>
                      <a:endParaRPr lang="en-IN" dirty="0"/>
                    </a:p>
                  </a:txBody>
                  <a:tcPr/>
                </a:tc>
                <a:tc>
                  <a:txBody>
                    <a:bodyPr/>
                    <a:lstStyle/>
                    <a:p>
                      <a:r>
                        <a:rPr lang="en-GB" dirty="0"/>
                        <a:t>¾ = 0.75</a:t>
                      </a:r>
                      <a:endParaRPr lang="en-IN" dirty="0"/>
                    </a:p>
                  </a:txBody>
                  <a:tcPr/>
                </a:tc>
                <a:tc>
                  <a:txBody>
                    <a:bodyPr/>
                    <a:lstStyle/>
                    <a:p>
                      <a:r>
                        <a:rPr lang="en-GB" dirty="0"/>
                        <a:t>75</a:t>
                      </a:r>
                      <a:endParaRPr lang="en-IN" dirty="0"/>
                    </a:p>
                  </a:txBody>
                  <a:tcPr/>
                </a:tc>
                <a:extLst>
                  <a:ext uri="{0D108BD9-81ED-4DB2-BD59-A6C34878D82A}">
                    <a16:rowId xmlns:a16="http://schemas.microsoft.com/office/drawing/2014/main" val="3807661922"/>
                  </a:ext>
                </a:extLst>
              </a:tr>
              <a:tr h="496333">
                <a:tc>
                  <a:txBody>
                    <a:bodyPr/>
                    <a:lstStyle/>
                    <a:p>
                      <a:r>
                        <a:rPr lang="en-GB" dirty="0"/>
                        <a:t>E=&gt; O^K</a:t>
                      </a:r>
                      <a:endParaRPr lang="en-IN" dirty="0"/>
                    </a:p>
                  </a:txBody>
                  <a:tcPr/>
                </a:tc>
                <a:tc>
                  <a:txBody>
                    <a:bodyPr/>
                    <a:lstStyle/>
                    <a:p>
                      <a:r>
                        <a:rPr lang="en-GB" dirty="0"/>
                        <a:t>3</a:t>
                      </a:r>
                      <a:endParaRPr lang="en-IN" dirty="0"/>
                    </a:p>
                  </a:txBody>
                  <a:tcPr/>
                </a:tc>
                <a:tc>
                  <a:txBody>
                    <a:bodyPr/>
                    <a:lstStyle/>
                    <a:p>
                      <a:r>
                        <a:rPr lang="en-GB" dirty="0"/>
                        <a:t>¾ = 0.75</a:t>
                      </a:r>
                      <a:endParaRPr lang="en-IN" dirty="0"/>
                    </a:p>
                  </a:txBody>
                  <a:tcPr/>
                </a:tc>
                <a:tc>
                  <a:txBody>
                    <a:bodyPr/>
                    <a:lstStyle/>
                    <a:p>
                      <a:r>
                        <a:rPr lang="en-GB" dirty="0"/>
                        <a:t>75</a:t>
                      </a:r>
                      <a:endParaRPr lang="en-IN" dirty="0"/>
                    </a:p>
                  </a:txBody>
                  <a:tcPr/>
                </a:tc>
                <a:extLst>
                  <a:ext uri="{0D108BD9-81ED-4DB2-BD59-A6C34878D82A}">
                    <a16:rowId xmlns:a16="http://schemas.microsoft.com/office/drawing/2014/main" val="1694974070"/>
                  </a:ext>
                </a:extLst>
              </a:tr>
              <a:tr h="496333">
                <a:tc>
                  <a:txBody>
                    <a:bodyPr/>
                    <a:lstStyle/>
                    <a:p>
                      <a:r>
                        <a:rPr lang="en-GB" dirty="0"/>
                        <a:t>K=&gt; O^E</a:t>
                      </a:r>
                      <a:endParaRPr lang="en-IN" dirty="0"/>
                    </a:p>
                  </a:txBody>
                  <a:tcPr/>
                </a:tc>
                <a:tc>
                  <a:txBody>
                    <a:bodyPr/>
                    <a:lstStyle/>
                    <a:p>
                      <a:r>
                        <a:rPr lang="en-GB" dirty="0"/>
                        <a:t>3</a:t>
                      </a:r>
                      <a:endParaRPr lang="en-IN" dirty="0"/>
                    </a:p>
                  </a:txBody>
                  <a:tcPr/>
                </a:tc>
                <a:tc>
                  <a:txBody>
                    <a:bodyPr/>
                    <a:lstStyle/>
                    <a:p>
                      <a:r>
                        <a:rPr lang="en-GB" dirty="0"/>
                        <a:t>3/5 =0.6</a:t>
                      </a:r>
                      <a:endParaRPr lang="en-IN" dirty="0"/>
                    </a:p>
                  </a:txBody>
                  <a:tcPr/>
                </a:tc>
                <a:tc>
                  <a:txBody>
                    <a:bodyPr/>
                    <a:lstStyle/>
                    <a:p>
                      <a:r>
                        <a:rPr lang="en-GB" dirty="0"/>
                        <a:t>60</a:t>
                      </a:r>
                      <a:endParaRPr lang="en-IN" dirty="0"/>
                    </a:p>
                  </a:txBody>
                  <a:tcPr/>
                </a:tc>
                <a:extLst>
                  <a:ext uri="{0D108BD9-81ED-4DB2-BD59-A6C34878D82A}">
                    <a16:rowId xmlns:a16="http://schemas.microsoft.com/office/drawing/2014/main" val="1555949324"/>
                  </a:ext>
                </a:extLst>
              </a:tr>
              <a:tr h="496333">
                <a:tc>
                  <a:txBody>
                    <a:bodyPr/>
                    <a:lstStyle/>
                    <a:p>
                      <a:r>
                        <a:rPr lang="en-GB" dirty="0"/>
                        <a:t>O=&gt;K^E</a:t>
                      </a:r>
                      <a:endParaRPr lang="en-IN" dirty="0"/>
                    </a:p>
                  </a:txBody>
                  <a:tcPr/>
                </a:tc>
                <a:tc>
                  <a:txBody>
                    <a:bodyPr/>
                    <a:lstStyle/>
                    <a:p>
                      <a:r>
                        <a:rPr lang="en-GB" dirty="0"/>
                        <a:t>3</a:t>
                      </a:r>
                      <a:endParaRPr lang="en-IN" dirty="0"/>
                    </a:p>
                  </a:txBody>
                  <a:tcPr/>
                </a:tc>
                <a:tc>
                  <a:txBody>
                    <a:bodyPr/>
                    <a:lstStyle/>
                    <a:p>
                      <a:r>
                        <a:rPr lang="en-GB" dirty="0"/>
                        <a:t>¾ = 0.75</a:t>
                      </a:r>
                      <a:endParaRPr lang="en-IN" dirty="0"/>
                    </a:p>
                  </a:txBody>
                  <a:tcPr/>
                </a:tc>
                <a:tc>
                  <a:txBody>
                    <a:bodyPr/>
                    <a:lstStyle/>
                    <a:p>
                      <a:r>
                        <a:rPr lang="en-GB" dirty="0"/>
                        <a:t>75</a:t>
                      </a:r>
                      <a:endParaRPr lang="en-IN" dirty="0"/>
                    </a:p>
                  </a:txBody>
                  <a:tcPr/>
                </a:tc>
                <a:extLst>
                  <a:ext uri="{0D108BD9-81ED-4DB2-BD59-A6C34878D82A}">
                    <a16:rowId xmlns:a16="http://schemas.microsoft.com/office/drawing/2014/main" val="2483972383"/>
                  </a:ext>
                </a:extLst>
              </a:tr>
            </a:tbl>
          </a:graphicData>
        </a:graphic>
      </p:graphicFrame>
    </p:spTree>
    <p:extLst>
      <p:ext uri="{BB962C8B-B14F-4D97-AF65-F5344CB8AC3E}">
        <p14:creationId xmlns:p14="http://schemas.microsoft.com/office/powerpoint/2010/main" val="988375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85FF6-47B8-A2E1-6F6D-F06079418413}"/>
              </a:ext>
            </a:extLst>
          </p:cNvPr>
          <p:cNvSpPr>
            <a:spLocks noGrp="1"/>
          </p:cNvSpPr>
          <p:nvPr>
            <p:ph type="title"/>
          </p:nvPr>
        </p:nvSpPr>
        <p:spPr/>
        <p:txBody>
          <a:bodyPr/>
          <a:lstStyle/>
          <a:p>
            <a:r>
              <a:rPr lang="en-GB"/>
              <a:t>Interpretation</a:t>
            </a:r>
            <a:endParaRPr lang="en-IN"/>
          </a:p>
        </p:txBody>
      </p:sp>
      <p:sp>
        <p:nvSpPr>
          <p:cNvPr id="3" name="Content Placeholder 2">
            <a:extLst>
              <a:ext uri="{FF2B5EF4-FFF2-40B4-BE49-F238E27FC236}">
                <a16:creationId xmlns:a16="http://schemas.microsoft.com/office/drawing/2014/main" id="{E8879E69-C28F-9D6F-36F8-6F4E8D3F52F9}"/>
              </a:ext>
            </a:extLst>
          </p:cNvPr>
          <p:cNvSpPr>
            <a:spLocks noGrp="1"/>
          </p:cNvSpPr>
          <p:nvPr>
            <p:ph idx="1"/>
          </p:nvPr>
        </p:nvSpPr>
        <p:spPr/>
        <p:txBody>
          <a:bodyPr/>
          <a:lstStyle/>
          <a:p>
            <a:r>
              <a:rPr lang="en-GB" dirty="0"/>
              <a:t>Hence final association rules are :</a:t>
            </a:r>
          </a:p>
          <a:p>
            <a:r>
              <a:rPr lang="en-GB" dirty="0"/>
              <a:t>O^K =&gt; E</a:t>
            </a:r>
          </a:p>
          <a:p>
            <a:r>
              <a:rPr lang="en-GB" dirty="0"/>
              <a:t>O^E =&gt; K</a:t>
            </a:r>
            <a:endParaRPr lang="en-IN" dirty="0"/>
          </a:p>
        </p:txBody>
      </p:sp>
    </p:spTree>
    <p:extLst>
      <p:ext uri="{BB962C8B-B14F-4D97-AF65-F5344CB8AC3E}">
        <p14:creationId xmlns:p14="http://schemas.microsoft.com/office/powerpoint/2010/main" val="2983490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Apriori Algorithm							</a:t>
            </a:r>
            <a:r>
              <a:rPr lang="en-IN" sz="2800" dirty="0"/>
              <a:t>cont.</a:t>
            </a:r>
            <a:endParaRPr lang="en-IN" dirty="0"/>
          </a:p>
        </p:txBody>
      </p:sp>
      <p:pic>
        <p:nvPicPr>
          <p:cNvPr id="5" name="Content Placeholder 4"/>
          <p:cNvPicPr>
            <a:picLocks noGrp="1" noChangeAspect="1"/>
          </p:cNvPicPr>
          <p:nvPr>
            <p:ph idx="1"/>
          </p:nvPr>
        </p:nvPicPr>
        <p:blipFill>
          <a:blip r:embed="rId2"/>
          <a:stretch>
            <a:fillRect/>
          </a:stretch>
        </p:blipFill>
        <p:spPr>
          <a:xfrm>
            <a:off x="6069628" y="1487858"/>
            <a:ext cx="5990361" cy="4495800"/>
          </a:xfrm>
          <a:prstGeom prst="rect">
            <a:avLst/>
          </a:prstGeom>
        </p:spPr>
      </p:pic>
      <p:sp>
        <p:nvSpPr>
          <p:cNvPr id="6" name="TextBox 5"/>
          <p:cNvSpPr txBox="1"/>
          <p:nvPr/>
        </p:nvSpPr>
        <p:spPr>
          <a:xfrm>
            <a:off x="272010" y="1181213"/>
            <a:ext cx="5830475" cy="5109091"/>
          </a:xfrm>
          <a:prstGeom prst="rect">
            <a:avLst/>
          </a:prstGeom>
          <a:noFill/>
        </p:spPr>
        <p:txBody>
          <a:bodyPr wrap="square" rtlCol="0">
            <a:spAutoFit/>
          </a:bodyPr>
          <a:lstStyle/>
          <a:p>
            <a:r>
              <a:rPr lang="en-IN" sz="2000" b="1" dirty="0">
                <a:solidFill>
                  <a:srgbClr val="0070C0"/>
                </a:solidFill>
                <a:effectLst>
                  <a:outerShdw blurRad="38100" dist="38100" dir="2700000" algn="tl">
                    <a:srgbClr val="000000">
                      <a:alpha val="43137"/>
                    </a:srgbClr>
                  </a:outerShdw>
                </a:effectLst>
              </a:rPr>
              <a:t>Apriori principle:</a:t>
            </a:r>
          </a:p>
          <a:p>
            <a:r>
              <a:rPr lang="en-IN" dirty="0"/>
              <a:t>If an itemset is frequent, then all of its subsets must also be frequent</a:t>
            </a:r>
          </a:p>
          <a:p>
            <a:endParaRPr lang="en-US" dirty="0"/>
          </a:p>
          <a:p>
            <a:pPr marL="285750" indent="-285750">
              <a:buFont typeface="Arial" panose="020B0604020202020204" pitchFamily="34" charset="0"/>
              <a:buChar char="•"/>
            </a:pPr>
            <a:r>
              <a:rPr lang="en-US" dirty="0"/>
              <a:t>Suppose A,B,C,D, E are items. Then total combinations possible for these items are shown in the figure. This figure illustrates how the Apriori works. </a:t>
            </a:r>
          </a:p>
          <a:p>
            <a:pPr marL="285750" indent="-285750">
              <a:buFont typeface="Arial" panose="020B0604020202020204" pitchFamily="34" charset="0"/>
              <a:buChar char="•"/>
            </a:pPr>
            <a:r>
              <a:rPr lang="en-US" dirty="0"/>
              <a:t>If itemset {B,C,D} is frequent, then all the subsets of this itemset, highlighted, must also be frequent itemsets. This provides the basis for Apriori algorithm.</a:t>
            </a:r>
          </a:p>
          <a:p>
            <a:pPr marL="285750" indent="-285750">
              <a:buFont typeface="Arial" panose="020B0604020202020204" pitchFamily="34" charset="0"/>
              <a:buChar char="•"/>
            </a:pPr>
            <a:r>
              <a:rPr lang="en-IN" dirty="0"/>
              <a:t>Apriori principle holds due to the following property of the support measure:</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The support of an itemset never exceeds the support of its subsets</a:t>
            </a:r>
          </a:p>
          <a:p>
            <a:pPr marL="285750" indent="-285750">
              <a:buFont typeface="Arial" panose="020B0604020202020204" pitchFamily="34" charset="0"/>
              <a:buChar char="•"/>
            </a:pPr>
            <a:r>
              <a:rPr lang="en-IN" dirty="0"/>
              <a:t>This is known as the anti-monotone property of support</a:t>
            </a:r>
          </a:p>
          <a:p>
            <a:pPr marL="285750" indent="-285750">
              <a:buFont typeface="Arial" panose="020B0604020202020204" pitchFamily="34" charset="0"/>
              <a:buChar char="•"/>
            </a:pPr>
            <a:endParaRPr lang="en-IN" dirty="0"/>
          </a:p>
        </p:txBody>
      </p:sp>
      <p:sp>
        <p:nvSpPr>
          <p:cNvPr id="7" name="Oval 6"/>
          <p:cNvSpPr/>
          <p:nvPr/>
        </p:nvSpPr>
        <p:spPr>
          <a:xfrm>
            <a:off x="7976386" y="2082018"/>
            <a:ext cx="492369" cy="39389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p:cNvSpPr/>
          <p:nvPr/>
        </p:nvSpPr>
        <p:spPr>
          <a:xfrm>
            <a:off x="8818623" y="2082018"/>
            <a:ext cx="492369" cy="32590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p:cNvSpPr/>
          <p:nvPr/>
        </p:nvSpPr>
        <p:spPr>
          <a:xfrm>
            <a:off x="9660860" y="2048021"/>
            <a:ext cx="492369" cy="39389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p:cNvSpPr/>
          <p:nvPr/>
        </p:nvSpPr>
        <p:spPr>
          <a:xfrm>
            <a:off x="8468755" y="2918173"/>
            <a:ext cx="492369" cy="39389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p:cNvSpPr/>
          <p:nvPr/>
        </p:nvSpPr>
        <p:spPr>
          <a:xfrm>
            <a:off x="9094181" y="2926263"/>
            <a:ext cx="492369" cy="39389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p:cNvSpPr/>
          <p:nvPr/>
        </p:nvSpPr>
        <p:spPr>
          <a:xfrm>
            <a:off x="10330900" y="2926263"/>
            <a:ext cx="492369" cy="39389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p:cNvSpPr/>
          <p:nvPr/>
        </p:nvSpPr>
        <p:spPr>
          <a:xfrm>
            <a:off x="9817429" y="3921556"/>
            <a:ext cx="492369" cy="39389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p:cNvPicPr>
            <a:picLocks noChangeAspect="1"/>
          </p:cNvPicPr>
          <p:nvPr/>
        </p:nvPicPr>
        <p:blipFill>
          <a:blip r:embed="rId3"/>
          <a:stretch>
            <a:fillRect/>
          </a:stretch>
        </p:blipFill>
        <p:spPr>
          <a:xfrm>
            <a:off x="1209819" y="4610689"/>
            <a:ext cx="4051495" cy="409410"/>
          </a:xfrm>
          <a:prstGeom prst="rect">
            <a:avLst/>
          </a:prstGeom>
        </p:spPr>
      </p:pic>
    </p:spTree>
    <p:extLst>
      <p:ext uri="{BB962C8B-B14F-4D97-AF65-F5344CB8AC3E}">
        <p14:creationId xmlns:p14="http://schemas.microsoft.com/office/powerpoint/2010/main" val="4793069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4285" y="1447800"/>
            <a:ext cx="11391900" cy="4495800"/>
          </a:xfrm>
        </p:spPr>
        <p:txBody>
          <a:bodyPr>
            <a:normAutofit lnSpcReduction="10000"/>
          </a:bodyPr>
          <a:lstStyle/>
          <a:p>
            <a:pPr>
              <a:buFont typeface="Wingdings" panose="05000000000000000000" pitchFamily="2" charset="2"/>
              <a:buChar char="v"/>
            </a:pPr>
            <a:r>
              <a:rPr lang="en-US" sz="2400" dirty="0"/>
              <a:t>The Apriori algorithm takes a bottom-up iterative approach to uncover the frequent itemsets by first determining all possible items and then identifying which among them are frequent.</a:t>
            </a:r>
          </a:p>
          <a:p>
            <a:pPr>
              <a:buFont typeface="Wingdings" panose="05000000000000000000" pitchFamily="2" charset="2"/>
              <a:buChar char="v"/>
            </a:pPr>
            <a:r>
              <a:rPr lang="en-US" sz="2400" dirty="0"/>
              <a:t>Assuming the minimum support threshold (or minimum support criterion) is set at 0.5, the algorithm identifies and retains those itemsets that appear in at least 50% of all transactions and discards the itemsets that have support less than 0.5 or appear in less than 50% of the transactions.</a:t>
            </a:r>
          </a:p>
          <a:p>
            <a:pPr>
              <a:buFont typeface="Wingdings" panose="05000000000000000000" pitchFamily="2" charset="2"/>
              <a:buChar char="v"/>
            </a:pPr>
            <a:r>
              <a:rPr lang="en-US" sz="2400" dirty="0"/>
              <a:t>In the next iteration, the identified frequent 1-itemsets are paired into 2-itemsets and again evaluated to identify the frequent 2-itemsets among them.</a:t>
            </a:r>
          </a:p>
          <a:p>
            <a:pPr>
              <a:buFont typeface="Wingdings" panose="05000000000000000000" pitchFamily="2" charset="2"/>
              <a:buChar char="v"/>
            </a:pPr>
            <a:r>
              <a:rPr lang="en-US" sz="2400" dirty="0"/>
              <a:t>At each iteration, the algorithm checks whether the support criterion can be met; if it can, the algorithm grows the itemset, repeating the process until it runs out of support or until the itemsets reach a pre-defined length. Apriori algorithm in mathematical form is given in next slide.</a:t>
            </a:r>
            <a:endParaRPr lang="en-IN" sz="2400" dirty="0"/>
          </a:p>
        </p:txBody>
      </p:sp>
      <p:sp>
        <p:nvSpPr>
          <p:cNvPr id="5" name="Title 1"/>
          <p:cNvSpPr>
            <a:spLocks noGrp="1"/>
          </p:cNvSpPr>
          <p:nvPr>
            <p:ph type="title"/>
          </p:nvPr>
        </p:nvSpPr>
        <p:spPr>
          <a:xfrm>
            <a:off x="131885" y="155590"/>
            <a:ext cx="11003280" cy="856395"/>
          </a:xfrm>
        </p:spPr>
        <p:txBody>
          <a:bodyPr/>
          <a:lstStyle/>
          <a:p>
            <a:r>
              <a:rPr lang="en-IN" dirty="0"/>
              <a:t>Apriori Algorithm							</a:t>
            </a:r>
            <a:r>
              <a:rPr lang="en-IN" sz="2800" dirty="0"/>
              <a:t>cont.</a:t>
            </a:r>
            <a:endParaRPr lang="en-IN" dirty="0"/>
          </a:p>
        </p:txBody>
      </p:sp>
    </p:spTree>
    <p:extLst>
      <p:ext uri="{BB962C8B-B14F-4D97-AF65-F5344CB8AC3E}">
        <p14:creationId xmlns:p14="http://schemas.microsoft.com/office/powerpoint/2010/main" val="25511998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5240" y="1315175"/>
            <a:ext cx="11563826" cy="4776135"/>
          </a:xfrm>
        </p:spPr>
        <p:txBody>
          <a:bodyPr>
            <a:normAutofit fontScale="85000" lnSpcReduction="20000"/>
          </a:bodyPr>
          <a:lstStyle/>
          <a:p>
            <a:pPr marL="0" indent="0">
              <a:buNone/>
            </a:pPr>
            <a:r>
              <a:rPr lang="en-US" dirty="0"/>
              <a:t>Let </a:t>
            </a:r>
          </a:p>
          <a:p>
            <a:pPr>
              <a:buFont typeface="Wingdings" panose="05000000000000000000" pitchFamily="2" charset="2"/>
              <a:buChar char="v"/>
            </a:pPr>
            <a:r>
              <a:rPr lang="en-IN" dirty="0"/>
              <a:t> C</a:t>
            </a:r>
            <a:r>
              <a:rPr lang="en-IN" baseline="-25000" dirty="0"/>
              <a:t>K</a:t>
            </a:r>
            <a:r>
              <a:rPr lang="en-IN" dirty="0"/>
              <a:t> : Set of candidate k-itemsets</a:t>
            </a:r>
          </a:p>
          <a:p>
            <a:pPr>
              <a:buFont typeface="Wingdings" panose="05000000000000000000" pitchFamily="2" charset="2"/>
              <a:buChar char="v"/>
            </a:pPr>
            <a:r>
              <a:rPr lang="en-US" dirty="0"/>
              <a:t> </a:t>
            </a:r>
            <a:r>
              <a:rPr lang="en-IN" dirty="0"/>
              <a:t>L</a:t>
            </a:r>
            <a:r>
              <a:rPr lang="en-IN" baseline="-25000" dirty="0"/>
              <a:t>K</a:t>
            </a:r>
            <a:r>
              <a:rPr lang="en-IN" dirty="0"/>
              <a:t> : Set of k- itemsets that satisfy the minimum support</a:t>
            </a:r>
          </a:p>
          <a:p>
            <a:pPr>
              <a:buFont typeface="Wingdings" panose="05000000000000000000" pitchFamily="2" charset="2"/>
              <a:buChar char="v"/>
            </a:pPr>
            <a:r>
              <a:rPr lang="en-US" dirty="0"/>
              <a:t> </a:t>
            </a:r>
            <a:r>
              <a:rPr lang="en-IN" dirty="0"/>
              <a:t>D : Transaction database</a:t>
            </a:r>
          </a:p>
          <a:p>
            <a:pPr>
              <a:buFont typeface="Wingdings" panose="05000000000000000000" pitchFamily="2" charset="2"/>
              <a:buChar char="v"/>
            </a:pPr>
            <a:r>
              <a:rPr lang="en-US" dirty="0"/>
              <a:t> </a:t>
            </a:r>
            <a:r>
              <a:rPr lang="en-IN" dirty="0"/>
              <a:t>δ : Minimum Support threshold</a:t>
            </a:r>
          </a:p>
          <a:p>
            <a:pPr>
              <a:buFont typeface="Wingdings" panose="05000000000000000000" pitchFamily="2" charset="2"/>
              <a:buChar char="v"/>
            </a:pPr>
            <a:r>
              <a:rPr lang="en-US" dirty="0"/>
              <a:t> </a:t>
            </a:r>
            <a:r>
              <a:rPr lang="en-IN" dirty="0"/>
              <a:t>N : Optional parameter indicating the maximum length an itemset could reach</a:t>
            </a:r>
          </a:p>
          <a:p>
            <a:pPr marL="0" indent="0">
              <a:buNone/>
            </a:pPr>
            <a:r>
              <a:rPr lang="en-US" dirty="0"/>
              <a:t>Apriori iteratively computes frequent itemsets </a:t>
            </a:r>
            <a:r>
              <a:rPr lang="en-IN" dirty="0"/>
              <a:t>L</a:t>
            </a:r>
            <a:r>
              <a:rPr lang="en-IN" baseline="-25000" dirty="0"/>
              <a:t>k+1</a:t>
            </a:r>
            <a:r>
              <a:rPr lang="en-US" dirty="0"/>
              <a:t> based on </a:t>
            </a:r>
            <a:r>
              <a:rPr lang="en-IN" dirty="0"/>
              <a:t>L</a:t>
            </a:r>
            <a:r>
              <a:rPr lang="en-IN" baseline="-25000" dirty="0"/>
              <a:t>K</a:t>
            </a:r>
            <a:r>
              <a:rPr lang="en-US" dirty="0"/>
              <a:t>. </a:t>
            </a:r>
            <a:endParaRPr lang="en-IN" dirty="0"/>
          </a:p>
          <a:p>
            <a:pPr marL="457200" indent="-457200">
              <a:buFont typeface="+mj-lt"/>
              <a:buAutoNum type="arabicPeriod"/>
            </a:pPr>
            <a:r>
              <a:rPr lang="en-US" dirty="0"/>
              <a:t>Apriori (D , </a:t>
            </a:r>
            <a:r>
              <a:rPr lang="en-IN" dirty="0"/>
              <a:t>δ, N)</a:t>
            </a:r>
          </a:p>
          <a:p>
            <a:pPr marL="457200" indent="-457200">
              <a:buFont typeface="+mj-lt"/>
              <a:buAutoNum type="arabicPeriod"/>
            </a:pPr>
            <a:r>
              <a:rPr lang="en-US" dirty="0"/>
              <a:t>K         1</a:t>
            </a:r>
          </a:p>
          <a:p>
            <a:pPr marL="457200" indent="-457200">
              <a:buFont typeface="+mj-lt"/>
              <a:buAutoNum type="arabicPeriod"/>
            </a:pPr>
            <a:r>
              <a:rPr lang="en-IN" dirty="0"/>
              <a:t>L</a:t>
            </a:r>
            <a:r>
              <a:rPr lang="en-IN" baseline="-25000" dirty="0"/>
              <a:t>K                </a:t>
            </a:r>
            <a:r>
              <a:rPr lang="en-IN" dirty="0"/>
              <a:t>{ 1 – itemsets that satisfy minimum support δ }</a:t>
            </a:r>
          </a:p>
          <a:p>
            <a:pPr marL="457200" indent="-457200">
              <a:buFont typeface="+mj-lt"/>
              <a:buAutoNum type="arabicPeriod"/>
            </a:pPr>
            <a:r>
              <a:rPr lang="en-US" dirty="0"/>
              <a:t>While </a:t>
            </a:r>
            <a:r>
              <a:rPr lang="en-IN" dirty="0"/>
              <a:t>L</a:t>
            </a:r>
            <a:r>
              <a:rPr lang="en-IN" baseline="-25000" dirty="0"/>
              <a:t>K</a:t>
            </a:r>
            <a:r>
              <a:rPr lang="en-IN" dirty="0"/>
              <a:t> ≠ Ø</a:t>
            </a:r>
          </a:p>
          <a:p>
            <a:pPr marL="457200" indent="-457200">
              <a:buFont typeface="+mj-lt"/>
              <a:buAutoNum type="arabicPeriod"/>
            </a:pPr>
            <a:r>
              <a:rPr lang="en-US" dirty="0"/>
              <a:t>if </a:t>
            </a:r>
            <a:r>
              <a:rPr lang="en-IN" dirty="0"/>
              <a:t>Ǝ N V (Ǝ N ^ K &lt; N)</a:t>
            </a:r>
          </a:p>
          <a:p>
            <a:pPr marL="457200" indent="-457200">
              <a:buFont typeface="+mj-lt"/>
              <a:buAutoNum type="arabicPeriod"/>
            </a:pPr>
            <a:r>
              <a:rPr lang="en-US" dirty="0" err="1"/>
              <a:t>Ck</a:t>
            </a:r>
            <a:r>
              <a:rPr lang="en-US" dirty="0"/>
              <a:t>              candidate itemsets generated from L</a:t>
            </a:r>
            <a:endParaRPr lang="en-IN" dirty="0"/>
          </a:p>
          <a:p>
            <a:pPr marL="457200" indent="-457200">
              <a:buFont typeface="+mj-lt"/>
              <a:buAutoNum type="arabicPeriod"/>
            </a:pPr>
            <a:endParaRPr lang="en-IN" dirty="0"/>
          </a:p>
          <a:p>
            <a:pPr marL="457200" indent="-457200">
              <a:buFont typeface="+mj-lt"/>
              <a:buAutoNum type="arabicPeriod"/>
            </a:pPr>
            <a:endParaRPr lang="en-IN" dirty="0"/>
          </a:p>
          <a:p>
            <a:pPr marL="457200" indent="-457200">
              <a:buFont typeface="+mj-lt"/>
              <a:buAutoNum type="arabicPeriod"/>
            </a:pPr>
            <a:endParaRPr lang="en-IN" dirty="0"/>
          </a:p>
          <a:p>
            <a:pPr marL="457200" indent="-457200">
              <a:buFont typeface="+mj-lt"/>
              <a:buAutoNum type="arabicPeriod"/>
            </a:pPr>
            <a:endParaRPr lang="en-IN" dirty="0"/>
          </a:p>
          <a:p>
            <a:pPr>
              <a:buFont typeface="Wingdings" panose="05000000000000000000" pitchFamily="2" charset="2"/>
              <a:buChar char="v"/>
            </a:pPr>
            <a:endParaRPr lang="en-IN" dirty="0"/>
          </a:p>
        </p:txBody>
      </p:sp>
      <p:sp>
        <p:nvSpPr>
          <p:cNvPr id="7" name="Title 1"/>
          <p:cNvSpPr>
            <a:spLocks noGrp="1"/>
          </p:cNvSpPr>
          <p:nvPr>
            <p:ph type="title"/>
          </p:nvPr>
        </p:nvSpPr>
        <p:spPr/>
        <p:txBody>
          <a:bodyPr/>
          <a:lstStyle/>
          <a:p>
            <a:r>
              <a:rPr lang="en-IN" dirty="0"/>
              <a:t>Apriori Algorithm							</a:t>
            </a:r>
            <a:r>
              <a:rPr lang="en-IN" sz="2800" dirty="0"/>
              <a:t>cont.</a:t>
            </a:r>
            <a:endParaRPr lang="en-IN" dirty="0"/>
          </a:p>
        </p:txBody>
      </p:sp>
      <p:cxnSp>
        <p:nvCxnSpPr>
          <p:cNvPr id="9" name="Straight Arrow Connector 8"/>
          <p:cNvCxnSpPr>
            <a:cxnSpLocks/>
          </p:cNvCxnSpPr>
          <p:nvPr/>
        </p:nvCxnSpPr>
        <p:spPr>
          <a:xfrm flipH="1">
            <a:off x="956606" y="4318788"/>
            <a:ext cx="2672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cxnSpLocks/>
          </p:cNvCxnSpPr>
          <p:nvPr/>
        </p:nvCxnSpPr>
        <p:spPr>
          <a:xfrm flipH="1">
            <a:off x="1038666" y="4682197"/>
            <a:ext cx="2672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cxnSpLocks/>
          </p:cNvCxnSpPr>
          <p:nvPr/>
        </p:nvCxnSpPr>
        <p:spPr>
          <a:xfrm flipH="1">
            <a:off x="1139480" y="5720863"/>
            <a:ext cx="2672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883921" y="5289460"/>
            <a:ext cx="126609" cy="18287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39965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Apriori Algorithm</a:t>
            </a:r>
          </a:p>
        </p:txBody>
      </p:sp>
      <p:sp>
        <p:nvSpPr>
          <p:cNvPr id="3" name="Content Placeholder 2"/>
          <p:cNvSpPr>
            <a:spLocks noGrp="1"/>
          </p:cNvSpPr>
          <p:nvPr>
            <p:ph idx="1"/>
          </p:nvPr>
        </p:nvSpPr>
        <p:spPr>
          <a:xfrm>
            <a:off x="131886" y="1447800"/>
            <a:ext cx="11896761" cy="4854526"/>
          </a:xfrm>
        </p:spPr>
        <p:txBody>
          <a:bodyPr/>
          <a:lstStyle/>
          <a:p>
            <a:pPr marL="457200" indent="-457200">
              <a:buFont typeface="+mj-lt"/>
              <a:buAutoNum type="arabicPeriod" startAt="7"/>
            </a:pPr>
            <a:r>
              <a:rPr lang="en-US" dirty="0"/>
              <a:t>For each transaction t in database D do</a:t>
            </a:r>
          </a:p>
          <a:p>
            <a:pPr marL="457200" indent="-457200">
              <a:buFont typeface="+mj-lt"/>
              <a:buAutoNum type="arabicPeriod" startAt="7"/>
            </a:pPr>
            <a:r>
              <a:rPr lang="en-US" dirty="0"/>
              <a:t>Increment the counts of</a:t>
            </a:r>
            <a:r>
              <a:rPr lang="en-IN" dirty="0"/>
              <a:t> C</a:t>
            </a:r>
            <a:r>
              <a:rPr lang="en-IN" baseline="-25000" dirty="0"/>
              <a:t>K </a:t>
            </a:r>
            <a:r>
              <a:rPr lang="en-US" dirty="0"/>
              <a:t>contained in t</a:t>
            </a:r>
          </a:p>
          <a:p>
            <a:pPr marL="457200" indent="-457200">
              <a:buFont typeface="+mj-lt"/>
              <a:buAutoNum type="arabicPeriod" startAt="7"/>
            </a:pPr>
            <a:r>
              <a:rPr lang="en-IN" dirty="0"/>
              <a:t>L</a:t>
            </a:r>
            <a:r>
              <a:rPr lang="en-IN" baseline="-25000" dirty="0"/>
              <a:t>K</a:t>
            </a:r>
            <a:r>
              <a:rPr lang="en-US" dirty="0"/>
              <a:t>            candidates in </a:t>
            </a:r>
            <a:r>
              <a:rPr lang="en-IN" dirty="0"/>
              <a:t>C</a:t>
            </a:r>
            <a:r>
              <a:rPr lang="en-IN" baseline="-25000" dirty="0"/>
              <a:t>K</a:t>
            </a:r>
            <a:r>
              <a:rPr lang="en-US" dirty="0"/>
              <a:t> that satisfy minimum support </a:t>
            </a:r>
          </a:p>
          <a:p>
            <a:pPr marL="457200" indent="-457200">
              <a:buFont typeface="+mj-lt"/>
              <a:buAutoNum type="arabicPeriod" startAt="7"/>
            </a:pPr>
            <a:r>
              <a:rPr lang="en-US" dirty="0"/>
              <a:t>K              k+1</a:t>
            </a:r>
          </a:p>
          <a:p>
            <a:pPr marL="457200" indent="-457200">
              <a:buFont typeface="+mj-lt"/>
              <a:buAutoNum type="arabicPeriod" startAt="7"/>
            </a:pPr>
            <a:r>
              <a:rPr lang="en-US" dirty="0"/>
              <a:t>Return </a:t>
            </a:r>
            <a:r>
              <a:rPr lang="en-IN" dirty="0" err="1"/>
              <a:t>U</a:t>
            </a:r>
            <a:r>
              <a:rPr lang="en-IN" baseline="-25000" dirty="0" err="1"/>
              <a:t>k</a:t>
            </a:r>
            <a:r>
              <a:rPr lang="en-IN" dirty="0" err="1"/>
              <a:t>L</a:t>
            </a:r>
            <a:r>
              <a:rPr lang="en-IN" baseline="-25000" dirty="0" err="1"/>
              <a:t>k</a:t>
            </a:r>
            <a:endParaRPr lang="en-IN" dirty="0"/>
          </a:p>
          <a:p>
            <a:pPr>
              <a:buFont typeface="Wingdings" panose="05000000000000000000" pitchFamily="2" charset="2"/>
              <a:buChar char="v"/>
            </a:pPr>
            <a:r>
              <a:rPr lang="en-US" dirty="0"/>
              <a:t> The first step is to identify frequent itemsets that meet the predefined minimum support threshold </a:t>
            </a:r>
            <a:r>
              <a:rPr lang="en-IN" dirty="0"/>
              <a:t>δ. These itemsets are 1-itemsets denoted as L</a:t>
            </a:r>
            <a:r>
              <a:rPr lang="en-IN" baseline="-25000" dirty="0"/>
              <a:t>1</a:t>
            </a:r>
            <a:r>
              <a:rPr lang="en-IN" dirty="0"/>
              <a:t>, as each 1-itemset contains only one item.</a:t>
            </a:r>
            <a:r>
              <a:rPr lang="en-US" dirty="0"/>
              <a:t> </a:t>
            </a:r>
          </a:p>
          <a:p>
            <a:pPr>
              <a:buFont typeface="Wingdings" panose="05000000000000000000" pitchFamily="2" charset="2"/>
              <a:buChar char="v"/>
            </a:pPr>
            <a:r>
              <a:rPr lang="en-US" dirty="0"/>
              <a:t> Next, the algorithm grows the itemsets by joining </a:t>
            </a:r>
            <a:r>
              <a:rPr lang="en-IN" dirty="0"/>
              <a:t>L</a:t>
            </a:r>
            <a:r>
              <a:rPr lang="en-IN" baseline="-25000" dirty="0"/>
              <a:t>1</a:t>
            </a:r>
            <a:r>
              <a:rPr lang="en-US" dirty="0"/>
              <a:t> onto itself to form new, grown 2-itemsets denoted as L and determines the support in each 2 itemsets in </a:t>
            </a:r>
            <a:r>
              <a:rPr lang="en-IN" dirty="0"/>
              <a:t>L</a:t>
            </a:r>
            <a:r>
              <a:rPr lang="en-IN" baseline="-25000" dirty="0"/>
              <a:t>2</a:t>
            </a:r>
            <a:r>
              <a:rPr lang="en-US" dirty="0"/>
              <a:t>. Those itemsets that do not meet minimum support threshold </a:t>
            </a:r>
            <a:r>
              <a:rPr lang="en-IN" dirty="0"/>
              <a:t>δ are pruned away.</a:t>
            </a:r>
          </a:p>
          <a:p>
            <a:pPr>
              <a:buFont typeface="Wingdings" panose="05000000000000000000" pitchFamily="2" charset="2"/>
              <a:buChar char="v"/>
            </a:pPr>
            <a:r>
              <a:rPr lang="en-US" dirty="0"/>
              <a:t> </a:t>
            </a:r>
            <a:r>
              <a:rPr lang="en-IN" dirty="0"/>
              <a:t>Once completed, the output of algorithm is the collection all the frequent k-itemsets.</a:t>
            </a:r>
          </a:p>
          <a:p>
            <a:pPr marL="0" indent="0">
              <a:buNone/>
            </a:pPr>
            <a:endParaRPr lang="en-IN" dirty="0"/>
          </a:p>
        </p:txBody>
      </p:sp>
      <p:cxnSp>
        <p:nvCxnSpPr>
          <p:cNvPr id="5" name="Straight Arrow Connector 4"/>
          <p:cNvCxnSpPr>
            <a:cxnSpLocks/>
          </p:cNvCxnSpPr>
          <p:nvPr/>
        </p:nvCxnSpPr>
        <p:spPr>
          <a:xfrm flipH="1">
            <a:off x="956606" y="2546258"/>
            <a:ext cx="2672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a:cxnSpLocks/>
          </p:cNvCxnSpPr>
          <p:nvPr/>
        </p:nvCxnSpPr>
        <p:spPr>
          <a:xfrm flipH="1">
            <a:off x="956606" y="2968289"/>
            <a:ext cx="26728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99846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Applications of Association Rules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2400" dirty="0"/>
              <a:t> Broad-scale approaches to better merchandising – what products should be included or excluded from the inventory each month.</a:t>
            </a:r>
          </a:p>
          <a:p>
            <a:pPr>
              <a:buFont typeface="Wingdings" panose="05000000000000000000" pitchFamily="2" charset="2"/>
              <a:buChar char="v"/>
            </a:pPr>
            <a:r>
              <a:rPr lang="en-US" sz="2400" dirty="0"/>
              <a:t> Cross-merchandising between products and high-margin high ticket items.</a:t>
            </a:r>
          </a:p>
          <a:p>
            <a:pPr>
              <a:buFont typeface="Wingdings" panose="05000000000000000000" pitchFamily="2" charset="2"/>
              <a:buChar char="v"/>
            </a:pPr>
            <a:r>
              <a:rPr lang="en-US" sz="2400" dirty="0"/>
              <a:t> Physical or logical placement of product within related categories of products.</a:t>
            </a:r>
          </a:p>
          <a:p>
            <a:pPr>
              <a:buFont typeface="Wingdings" panose="05000000000000000000" pitchFamily="2" charset="2"/>
              <a:buChar char="v"/>
            </a:pPr>
            <a:r>
              <a:rPr lang="en-US" sz="2400" dirty="0"/>
              <a:t> Promotional programs – multiple product purchase incentives managed through a loyalty card program</a:t>
            </a:r>
          </a:p>
          <a:p>
            <a:pPr>
              <a:buFont typeface="Wingdings" panose="05000000000000000000" pitchFamily="2" charset="2"/>
              <a:buChar char="v"/>
            </a:pPr>
            <a:r>
              <a:rPr lang="en-US" sz="2400" dirty="0"/>
              <a:t> </a:t>
            </a:r>
            <a:r>
              <a:rPr lang="en-IN" sz="2400" dirty="0"/>
              <a:t>Apart from market Basket analysis, association rules are also commonly used for recommender systems (Amazon and Netflix) and clickstream (web browsing user clicks) analysis.</a:t>
            </a:r>
            <a:endParaRPr lang="en-US" sz="2400" dirty="0"/>
          </a:p>
        </p:txBody>
      </p:sp>
    </p:spTree>
    <p:extLst>
      <p:ext uri="{BB962C8B-B14F-4D97-AF65-F5344CB8AC3E}">
        <p14:creationId xmlns:p14="http://schemas.microsoft.com/office/powerpoint/2010/main" val="22894475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Use Case - description</a:t>
            </a:r>
          </a:p>
        </p:txBody>
      </p:sp>
      <p:sp>
        <p:nvSpPr>
          <p:cNvPr id="3" name="Content Placeholder 2"/>
          <p:cNvSpPr>
            <a:spLocks noGrp="1"/>
          </p:cNvSpPr>
          <p:nvPr>
            <p:ph idx="1"/>
          </p:nvPr>
        </p:nvSpPr>
        <p:spPr/>
        <p:txBody>
          <a:bodyPr/>
          <a:lstStyle/>
          <a:p>
            <a:r>
              <a:rPr lang="en-US" dirty="0"/>
              <a:t>Mike is store manager of a Multi brand retail store. He has access to the transactions data stored every time a customer buys something from his stores. He knew by experience that certain products are often bought together but with huge variety of products available, he wanted to perform some statistical test to capture the insightful association available in the transaction records available in his database. </a:t>
            </a:r>
          </a:p>
          <a:p>
            <a:r>
              <a:rPr lang="en-US" dirty="0"/>
              <a:t>He had plans to re-design the store layout so that customers find the associated products next to each other. He wanted to rethink over the offers and promotions to ensure that they make sense to the customers. Finally, this basket analysis will help him proactively recommend “What else” and “What next” to his loyal customers.</a:t>
            </a:r>
          </a:p>
          <a:p>
            <a:r>
              <a:rPr lang="en-US" dirty="0"/>
              <a:t>Mike will perform Market basket analysis and based on the output results, plan his store layout, promotions and recommendations. </a:t>
            </a:r>
          </a:p>
          <a:p>
            <a:endParaRPr lang="en-IN" dirty="0"/>
          </a:p>
        </p:txBody>
      </p:sp>
    </p:spTree>
    <p:extLst>
      <p:ext uri="{BB962C8B-B14F-4D97-AF65-F5344CB8AC3E}">
        <p14:creationId xmlns:p14="http://schemas.microsoft.com/office/powerpoint/2010/main" val="6297096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Interpretation</a:t>
            </a:r>
          </a:p>
        </p:txBody>
      </p:sp>
      <p:sp>
        <p:nvSpPr>
          <p:cNvPr id="3" name="Content Placeholder 2"/>
          <p:cNvSpPr>
            <a:spLocks noGrp="1"/>
          </p:cNvSpPr>
          <p:nvPr>
            <p:ph idx="1"/>
          </p:nvPr>
        </p:nvSpPr>
        <p:spPr/>
        <p:txBody>
          <a:bodyPr>
            <a:normAutofit lnSpcReduction="10000"/>
          </a:bodyPr>
          <a:lstStyle/>
          <a:p>
            <a:pPr>
              <a:spcBef>
                <a:spcPts val="300"/>
              </a:spcBef>
              <a:spcAft>
                <a:spcPts val="300"/>
              </a:spcAft>
            </a:pPr>
            <a:r>
              <a:rPr lang="en-US" b="1" dirty="0"/>
              <a:t>Conclusion:</a:t>
            </a:r>
          </a:p>
          <a:p>
            <a:pPr>
              <a:spcBef>
                <a:spcPts val="300"/>
              </a:spcBef>
              <a:spcAft>
                <a:spcPts val="300"/>
              </a:spcAft>
            </a:pPr>
            <a:r>
              <a:rPr lang="en-US" dirty="0"/>
              <a:t>Based on the above results we can say the whenever Product A and Product I will be bought together, there are high chances that product E will also be bought. Similarly we can interpret the other rows and plan the promotions or store layouts to catch customer’s attention.</a:t>
            </a:r>
          </a:p>
          <a:p>
            <a:r>
              <a:rPr lang="en-IN" dirty="0"/>
              <a:t>Store layout (put products that co-occur together close to one another, to improve the customer shopping experience)</a:t>
            </a:r>
          </a:p>
          <a:p>
            <a:r>
              <a:rPr lang="en-IN" dirty="0"/>
              <a:t>Marketing (e.g. target customers who buy flour with offers on eggs, to encourage them to spend more on their shopping basket)</a:t>
            </a:r>
          </a:p>
          <a:p>
            <a:r>
              <a:rPr lang="en-IN" dirty="0"/>
              <a:t>Online retailers and publishers can use this type of analysis to:</a:t>
            </a:r>
          </a:p>
          <a:p>
            <a:r>
              <a:rPr lang="en-IN" dirty="0"/>
              <a:t>Inform the placement of content items on their media sites, or products in their catalogue</a:t>
            </a:r>
          </a:p>
          <a:p>
            <a:r>
              <a:rPr lang="en-IN" dirty="0"/>
              <a:t>Drive recommendation engines (like Amazon’s </a:t>
            </a:r>
            <a:r>
              <a:rPr lang="en-IN" i="1" dirty="0"/>
              <a:t>customers who bought this product also bought these products…</a:t>
            </a:r>
            <a:r>
              <a:rPr lang="en-IN" dirty="0"/>
              <a:t>)</a:t>
            </a:r>
          </a:p>
          <a:p>
            <a:r>
              <a:rPr lang="en-IN" dirty="0"/>
              <a:t>Deliver targeted marketing (e.g. emailing customers who bought products specific products with other products and offers on those products that are likely to be interesting to them.</a:t>
            </a:r>
          </a:p>
          <a:p>
            <a:pPr>
              <a:spcBef>
                <a:spcPts val="300"/>
              </a:spcBef>
              <a:spcAft>
                <a:spcPts val="300"/>
              </a:spcAft>
            </a:pPr>
            <a:endParaRPr lang="en-US" dirty="0"/>
          </a:p>
          <a:p>
            <a:endParaRPr lang="en-IN" dirty="0"/>
          </a:p>
        </p:txBody>
      </p:sp>
    </p:spTree>
    <p:extLst>
      <p:ext uri="{BB962C8B-B14F-4D97-AF65-F5344CB8AC3E}">
        <p14:creationId xmlns:p14="http://schemas.microsoft.com/office/powerpoint/2010/main" val="26926275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
        <p:nvSpPr>
          <p:cNvPr id="5" name="Rectangle 4"/>
          <p:cNvSpPr/>
          <p:nvPr/>
        </p:nvSpPr>
        <p:spPr>
          <a:xfrm>
            <a:off x="4408519" y="2967335"/>
            <a:ext cx="3374963" cy="923330"/>
          </a:xfrm>
          <a:prstGeom prst="rect">
            <a:avLst/>
          </a:prstGeom>
          <a:noFill/>
        </p:spPr>
        <p:txBody>
          <a:bodyPr wrap="none" lIns="91440" tIns="45720" rIns="91440" bIns="45720">
            <a:spAutoFit/>
          </a:bodyPr>
          <a:lstStyle/>
          <a:p>
            <a:pPr algn="ctr"/>
            <a:r>
              <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p>
        </p:txBody>
      </p:sp>
    </p:spTree>
    <p:extLst>
      <p:ext uri="{BB962C8B-B14F-4D97-AF65-F5344CB8AC3E}">
        <p14:creationId xmlns:p14="http://schemas.microsoft.com/office/powerpoint/2010/main" val="21612230"/>
      </p:ext>
    </p:extLst>
  </p:cSld>
  <p:clrMapOvr>
    <a:masterClrMapping/>
  </p:clrMapOvr>
</p:sld>
</file>

<file path=ppt/theme/theme1.xml><?xml version="1.0" encoding="utf-8"?>
<a:theme xmlns:a="http://schemas.openxmlformats.org/drawingml/2006/main" name="Retrospec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Defour Presentation Template" id="{050BBBBD-5BD2-45B7-ADA9-297845C3EA7E}" vid="{22140230-7CF7-4AB3-919D-97365A5E0BBE}"/>
    </a:ext>
  </a:extLst>
</a:theme>
</file>

<file path=ppt/theme/theme2.xml><?xml version="1.0" encoding="utf-8"?>
<a:theme xmlns:a="http://schemas.openxmlformats.org/drawingml/2006/main" name="1_Retrospec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Defour Presentation Template" id="{050BBBBD-5BD2-45B7-ADA9-297845C3EA7E}" vid="{22140230-7CF7-4AB3-919D-97365A5E0BBE}"/>
    </a:ext>
  </a:extLst>
</a:theme>
</file>

<file path=ppt/theme/theme3.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12693</TotalTime>
  <Words>1981</Words>
  <Application>Microsoft Office PowerPoint</Application>
  <PresentationFormat>Widescreen</PresentationFormat>
  <Paragraphs>248</Paragraphs>
  <Slides>21</Slides>
  <Notes>1</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21</vt:i4>
      </vt:variant>
    </vt:vector>
  </HeadingPairs>
  <TitlesOfParts>
    <vt:vector size="30" baseType="lpstr">
      <vt:lpstr>Arial</vt:lpstr>
      <vt:lpstr>Calibri</vt:lpstr>
      <vt:lpstr>Calibri Light</vt:lpstr>
      <vt:lpstr>DejaVu Serif</vt:lpstr>
      <vt:lpstr>Monotype Sorts</vt:lpstr>
      <vt:lpstr>Wingdings</vt:lpstr>
      <vt:lpstr>Retrospect</vt:lpstr>
      <vt:lpstr>1_Retrospect</vt:lpstr>
      <vt:lpstr>Custom Design</vt:lpstr>
      <vt:lpstr>PowerPoint Presentation</vt:lpstr>
      <vt:lpstr>What is Market Basket Analysis</vt:lpstr>
      <vt:lpstr>Market Basket Analysis (MBA)</vt:lpstr>
      <vt:lpstr>Why Market Basket Analysis</vt:lpstr>
      <vt:lpstr>Some Definitions </vt:lpstr>
      <vt:lpstr>Q1</vt:lpstr>
      <vt:lpstr>Step 1</vt:lpstr>
      <vt:lpstr>Step 2</vt:lpstr>
      <vt:lpstr>Step 3</vt:lpstr>
      <vt:lpstr>Step 4</vt:lpstr>
      <vt:lpstr>Step 5</vt:lpstr>
      <vt:lpstr>Step 6 &amp; 7</vt:lpstr>
      <vt:lpstr>Interpretation</vt:lpstr>
      <vt:lpstr>Apriori Algorithm       cont.</vt:lpstr>
      <vt:lpstr>Apriori Algorithm       cont.</vt:lpstr>
      <vt:lpstr>Apriori Algorithm       cont.</vt:lpstr>
      <vt:lpstr>Apriori Algorithm</vt:lpstr>
      <vt:lpstr>Applications of Association Rules</vt:lpstr>
      <vt:lpstr>Use Case - description</vt:lpstr>
      <vt:lpstr>Interpretation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Ritnahu Gupta</dc:creator>
  <cp:lastModifiedBy>Amrita Helwade</cp:lastModifiedBy>
  <cp:revision>60</cp:revision>
  <dcterms:created xsi:type="dcterms:W3CDTF">2017-02-04T06:39:06Z</dcterms:created>
  <dcterms:modified xsi:type="dcterms:W3CDTF">2023-11-21T17:19:05Z</dcterms:modified>
</cp:coreProperties>
</file>