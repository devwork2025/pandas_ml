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2777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>
        <p:scale>
          <a:sx n="66" d="100"/>
          <a:sy n="66" d="100"/>
        </p:scale>
        <p:origin x="-846" y="-156"/>
      </p:cViewPr>
      <p:guideLst>
        <p:guide orient="horz" pos="2160"/>
        <p:guide pos="38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79F2E6-7F6A-4D9F-B072-CE874D42CDE1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B413A-4854-4992-A236-558CF8431455}">
      <dgm:prSet phldrT="[Text]"/>
      <dgm:spPr/>
      <dgm:t>
        <a:bodyPr/>
        <a:lstStyle/>
        <a:p>
          <a:r>
            <a:rPr lang="en-IN" dirty="0" smtClean="0"/>
            <a:t>Azure ML workspace</a:t>
          </a:r>
          <a:endParaRPr lang="en-US" dirty="0"/>
        </a:p>
      </dgm:t>
    </dgm:pt>
    <dgm:pt modelId="{8814CFD7-5D3A-4AAE-AF15-A6543D660A60}" type="parTrans" cxnId="{4CC3BD84-890F-4091-ADD8-62A83B7B0085}">
      <dgm:prSet/>
      <dgm:spPr/>
      <dgm:t>
        <a:bodyPr/>
        <a:lstStyle/>
        <a:p>
          <a:endParaRPr lang="en-US"/>
        </a:p>
      </dgm:t>
    </dgm:pt>
    <dgm:pt modelId="{A2EB2677-221B-48BD-A0FF-FBFFA6225C58}" type="sibTrans" cxnId="{4CC3BD84-890F-4091-ADD8-62A83B7B0085}">
      <dgm:prSet/>
      <dgm:spPr/>
      <dgm:t>
        <a:bodyPr/>
        <a:lstStyle/>
        <a:p>
          <a:endParaRPr lang="en-US"/>
        </a:p>
      </dgm:t>
    </dgm:pt>
    <dgm:pt modelId="{13E89169-FF13-4B52-818E-FF1E12953BF0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IN" dirty="0" smtClean="0"/>
        </a:p>
        <a:p>
          <a:endParaRPr lang="en-IN" dirty="0" smtClean="0"/>
        </a:p>
        <a:p>
          <a:endParaRPr lang="en-IN" dirty="0" smtClean="0"/>
        </a:p>
        <a:p>
          <a:r>
            <a:rPr lang="en-IN" dirty="0" smtClean="0"/>
            <a:t>Blob</a:t>
          </a:r>
          <a:endParaRPr lang="en-US" dirty="0"/>
        </a:p>
      </dgm:t>
    </dgm:pt>
    <dgm:pt modelId="{FB028B03-8176-4EE5-92D6-7EE3A7BA6776}" type="parTrans" cxnId="{EA24A68E-8F28-4E2C-9BB7-595283C75579}">
      <dgm:prSet/>
      <dgm:spPr/>
      <dgm:t>
        <a:bodyPr/>
        <a:lstStyle/>
        <a:p>
          <a:endParaRPr lang="en-US"/>
        </a:p>
      </dgm:t>
    </dgm:pt>
    <dgm:pt modelId="{8A82DA64-A53E-4C03-9B25-329C9F388A51}" type="sibTrans" cxnId="{EA24A68E-8F28-4E2C-9BB7-595283C75579}">
      <dgm:prSet/>
      <dgm:spPr/>
      <dgm:t>
        <a:bodyPr/>
        <a:lstStyle/>
        <a:p>
          <a:endParaRPr lang="en-US"/>
        </a:p>
      </dgm:t>
    </dgm:pt>
    <dgm:pt modelId="{C0D5EF68-D22F-4ED3-B234-082ABAA2AB9F}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IN" dirty="0" smtClean="0"/>
        </a:p>
        <a:p>
          <a:endParaRPr lang="en-IN" dirty="0" smtClean="0"/>
        </a:p>
        <a:p>
          <a:endParaRPr lang="en-IN" dirty="0" smtClean="0"/>
        </a:p>
        <a:p>
          <a:endParaRPr lang="en-IN" dirty="0" smtClean="0"/>
        </a:p>
        <a:p>
          <a:r>
            <a:rPr lang="en-IN" dirty="0" smtClean="0"/>
            <a:t>Files </a:t>
          </a:r>
          <a:endParaRPr lang="en-US" dirty="0"/>
        </a:p>
      </dgm:t>
    </dgm:pt>
    <dgm:pt modelId="{4786C647-EF03-4B93-B44E-A581904B1514}" type="parTrans" cxnId="{42FE807B-2D8D-425D-B26B-F071CF53E1EB}">
      <dgm:prSet/>
      <dgm:spPr/>
      <dgm:t>
        <a:bodyPr/>
        <a:lstStyle/>
        <a:p>
          <a:endParaRPr lang="en-US"/>
        </a:p>
      </dgm:t>
    </dgm:pt>
    <dgm:pt modelId="{1AA8D284-4A19-4E9F-98C9-A6C18C189E7F}" type="sibTrans" cxnId="{42FE807B-2D8D-425D-B26B-F071CF53E1EB}">
      <dgm:prSet/>
      <dgm:spPr/>
      <dgm:t>
        <a:bodyPr/>
        <a:lstStyle/>
        <a:p>
          <a:endParaRPr lang="en-US"/>
        </a:p>
      </dgm:t>
    </dgm:pt>
    <dgm:pt modelId="{90713FB6-7042-4CDC-80F2-D3887DE2BA3C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IN" dirty="0" smtClean="0"/>
        </a:p>
        <a:p>
          <a:endParaRPr lang="en-IN" dirty="0" smtClean="0"/>
        </a:p>
        <a:p>
          <a:endParaRPr lang="en-IN" dirty="0" smtClean="0"/>
        </a:p>
        <a:p>
          <a:r>
            <a:rPr lang="en-IN" dirty="0" smtClean="0"/>
            <a:t>Data Lake</a:t>
          </a:r>
          <a:endParaRPr lang="en-US" dirty="0"/>
        </a:p>
      </dgm:t>
    </dgm:pt>
    <dgm:pt modelId="{754C00A3-E767-42C4-AABB-CD679C91D4EA}" type="parTrans" cxnId="{830DAF86-9290-4351-AAED-7A0435065D47}">
      <dgm:prSet/>
      <dgm:spPr/>
      <dgm:t>
        <a:bodyPr/>
        <a:lstStyle/>
        <a:p>
          <a:endParaRPr lang="en-US"/>
        </a:p>
      </dgm:t>
    </dgm:pt>
    <dgm:pt modelId="{7DA4CFC1-A03B-449D-81EF-CFB73A842A58}" type="sibTrans" cxnId="{830DAF86-9290-4351-AAED-7A0435065D47}">
      <dgm:prSet/>
      <dgm:spPr/>
      <dgm:t>
        <a:bodyPr/>
        <a:lstStyle/>
        <a:p>
          <a:endParaRPr lang="en-US"/>
        </a:p>
      </dgm:t>
    </dgm:pt>
    <dgm:pt modelId="{2E898BE0-0E3F-4EFD-B8AB-8CF2BECB27B9}">
      <dgm:prSet phldrT="[Text]" custT="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>
            <a:solidFill>
              <a:srgbClr val="FF0000"/>
            </a:solidFill>
          </a:endParaRPr>
        </a:p>
        <a:p>
          <a:r>
            <a:rPr lang="en-IN" sz="1200" dirty="0" smtClean="0">
              <a:solidFill>
                <a:srgbClr val="FF0000"/>
              </a:solidFill>
            </a:rPr>
            <a:t>Azure</a:t>
          </a:r>
          <a:r>
            <a:rPr lang="en-IN" sz="1000" baseline="0" dirty="0" smtClean="0"/>
            <a:t> </a:t>
          </a:r>
          <a:r>
            <a:rPr lang="en-IN" sz="1000" baseline="0" dirty="0" smtClean="0">
              <a:solidFill>
                <a:srgbClr val="FF0000"/>
              </a:solidFill>
            </a:rPr>
            <a:t>SQL</a:t>
          </a:r>
          <a:endParaRPr lang="en-US" sz="1000" dirty="0">
            <a:solidFill>
              <a:srgbClr val="FF0000"/>
            </a:solidFill>
          </a:endParaRPr>
        </a:p>
      </dgm:t>
    </dgm:pt>
    <dgm:pt modelId="{CCB104F8-ACA4-4B7E-AAD1-6572662D8A88}" type="parTrans" cxnId="{001A0152-F993-4452-ACAF-71846C04D259}">
      <dgm:prSet/>
      <dgm:spPr/>
      <dgm:t>
        <a:bodyPr/>
        <a:lstStyle/>
        <a:p>
          <a:endParaRPr lang="en-US"/>
        </a:p>
      </dgm:t>
    </dgm:pt>
    <dgm:pt modelId="{FC0C6EDA-6B9C-46BC-91F8-F85F47D64FE8}" type="sibTrans" cxnId="{001A0152-F993-4452-ACAF-71846C04D259}">
      <dgm:prSet/>
      <dgm:spPr/>
      <dgm:t>
        <a:bodyPr/>
        <a:lstStyle/>
        <a:p>
          <a:endParaRPr lang="en-US"/>
        </a:p>
      </dgm:t>
    </dgm:pt>
    <dgm:pt modelId="{B8333B4A-7F57-4963-9C6B-3127C20DF5BB}">
      <dgm:prSet custT="1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n-IN" sz="1000" baseline="0" dirty="0" smtClean="0">
            <a:solidFill>
              <a:srgbClr val="FF0000"/>
            </a:solidFill>
          </a:endParaRPr>
        </a:p>
        <a:p>
          <a:endParaRPr lang="en-IN" sz="1400" baseline="0" dirty="0" smtClean="0">
            <a:solidFill>
              <a:srgbClr val="FF0000"/>
            </a:solidFill>
          </a:endParaRPr>
        </a:p>
        <a:p>
          <a:endParaRPr lang="en-IN" sz="1400" baseline="0" dirty="0" smtClean="0">
            <a:solidFill>
              <a:srgbClr val="FF0000"/>
            </a:solidFill>
          </a:endParaRPr>
        </a:p>
        <a:p>
          <a:endParaRPr lang="en-IN" sz="1400" baseline="0" dirty="0" smtClean="0">
            <a:solidFill>
              <a:srgbClr val="FF0000"/>
            </a:solidFill>
          </a:endParaRPr>
        </a:p>
        <a:p>
          <a:endParaRPr lang="en-IN" sz="1400" baseline="0" dirty="0" smtClean="0">
            <a:solidFill>
              <a:srgbClr val="FF0000"/>
            </a:solidFill>
          </a:endParaRPr>
        </a:p>
        <a:p>
          <a:r>
            <a:rPr lang="en-IN" sz="1400" baseline="0" dirty="0" err="1" smtClean="0">
              <a:solidFill>
                <a:srgbClr val="FF0000"/>
              </a:solidFill>
            </a:rPr>
            <a:t>Postgre</a:t>
          </a:r>
          <a:endParaRPr lang="en-US" sz="1400" baseline="0" dirty="0">
            <a:solidFill>
              <a:srgbClr val="FF0000"/>
            </a:solidFill>
          </a:endParaRPr>
        </a:p>
      </dgm:t>
    </dgm:pt>
    <dgm:pt modelId="{2C190084-0AD1-4D58-9429-592C3F1E2EF5}" type="parTrans" cxnId="{FCB2C1AA-0651-4DB1-BDC9-BD5C3B59CFA7}">
      <dgm:prSet/>
      <dgm:spPr/>
      <dgm:t>
        <a:bodyPr/>
        <a:lstStyle/>
        <a:p>
          <a:endParaRPr lang="en-US"/>
        </a:p>
      </dgm:t>
    </dgm:pt>
    <dgm:pt modelId="{C80D7EF8-5CFC-42A0-865E-155F696DB270}" type="sibTrans" cxnId="{FCB2C1AA-0651-4DB1-BDC9-BD5C3B59CFA7}">
      <dgm:prSet/>
      <dgm:spPr/>
      <dgm:t>
        <a:bodyPr/>
        <a:lstStyle/>
        <a:p>
          <a:endParaRPr lang="en-US"/>
        </a:p>
      </dgm:t>
    </dgm:pt>
    <dgm:pt modelId="{7C589784-0878-4E31-8EDB-7FB018F64F09}">
      <dgm:prSet custT="1"/>
      <dgm:spPr>
        <a:blipFill rotWithShape="0"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/>
        </a:p>
        <a:p>
          <a:endParaRPr lang="en-IN" sz="1000" dirty="0" smtClean="0"/>
        </a:p>
        <a:p>
          <a:r>
            <a:rPr lang="en-IN" sz="1400" dirty="0" smtClean="0">
              <a:solidFill>
                <a:srgbClr val="FF0000"/>
              </a:solidFill>
            </a:rPr>
            <a:t>MySQL</a:t>
          </a:r>
        </a:p>
      </dgm:t>
    </dgm:pt>
    <dgm:pt modelId="{E60D9F64-9112-41D7-B74C-E6C8993BF126}" type="parTrans" cxnId="{E7582A93-0279-4F98-AA6B-482C49572134}">
      <dgm:prSet/>
      <dgm:spPr/>
      <dgm:t>
        <a:bodyPr/>
        <a:lstStyle/>
        <a:p>
          <a:endParaRPr lang="en-US"/>
        </a:p>
      </dgm:t>
    </dgm:pt>
    <dgm:pt modelId="{8A1D5783-5EB4-4F6E-B0BE-A2F2D510DE63}" type="sibTrans" cxnId="{E7582A93-0279-4F98-AA6B-482C49572134}">
      <dgm:prSet/>
      <dgm:spPr/>
      <dgm:t>
        <a:bodyPr/>
        <a:lstStyle/>
        <a:p>
          <a:endParaRPr lang="en-US"/>
        </a:p>
      </dgm:t>
    </dgm:pt>
    <dgm:pt modelId="{666582C9-1938-4A84-B2B2-725D6BB9259A}">
      <dgm:prSet custT="1"/>
      <dgm:spPr>
        <a:blipFill rotWithShape="0"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endParaRPr lang="en-IN" sz="1400" dirty="0" smtClean="0">
            <a:solidFill>
              <a:srgbClr val="FF0000"/>
            </a:solidFill>
          </a:endParaRPr>
        </a:p>
        <a:p>
          <a:endParaRPr lang="en-IN" sz="1400" dirty="0" smtClean="0">
            <a:solidFill>
              <a:srgbClr val="FF0000"/>
            </a:solidFill>
          </a:endParaRPr>
        </a:p>
        <a:p>
          <a:endParaRPr lang="en-IN" sz="1400" dirty="0" smtClean="0">
            <a:solidFill>
              <a:srgbClr val="FF0000"/>
            </a:solidFill>
          </a:endParaRPr>
        </a:p>
        <a:p>
          <a:endParaRPr lang="en-IN" sz="1400" dirty="0" smtClean="0">
            <a:solidFill>
              <a:srgbClr val="FF0000"/>
            </a:solidFill>
          </a:endParaRPr>
        </a:p>
        <a:p>
          <a:endParaRPr lang="en-IN" sz="1400" dirty="0" smtClean="0">
            <a:solidFill>
              <a:srgbClr val="FF0000"/>
            </a:solidFill>
          </a:endParaRPr>
        </a:p>
        <a:p>
          <a:r>
            <a:rPr lang="en-IN" sz="1400" dirty="0" err="1" smtClean="0">
              <a:solidFill>
                <a:srgbClr val="FF0000"/>
              </a:solidFill>
            </a:rPr>
            <a:t>Databrick</a:t>
          </a:r>
          <a:endParaRPr lang="en-IN" sz="1400" dirty="0" smtClean="0">
            <a:solidFill>
              <a:srgbClr val="FF0000"/>
            </a:solidFill>
          </a:endParaRPr>
        </a:p>
      </dgm:t>
    </dgm:pt>
    <dgm:pt modelId="{C82720C1-FF2E-491F-9BC0-379765C6F645}" type="parTrans" cxnId="{DE8D1B1C-DADA-47C1-B9F9-A95A8DBC1564}">
      <dgm:prSet/>
      <dgm:spPr/>
      <dgm:t>
        <a:bodyPr/>
        <a:lstStyle/>
        <a:p>
          <a:endParaRPr lang="en-US"/>
        </a:p>
      </dgm:t>
    </dgm:pt>
    <dgm:pt modelId="{779D8DE8-60CA-40B2-BB16-62CAAE10600D}" type="sibTrans" cxnId="{DE8D1B1C-DADA-47C1-B9F9-A95A8DBC1564}">
      <dgm:prSet/>
      <dgm:spPr/>
      <dgm:t>
        <a:bodyPr/>
        <a:lstStyle/>
        <a:p>
          <a:endParaRPr lang="en-US"/>
        </a:p>
      </dgm:t>
    </dgm:pt>
    <dgm:pt modelId="{BCBF9CEC-73A2-4B32-A805-976644B2B508}" type="pres">
      <dgm:prSet presAssocID="{9079F2E6-7F6A-4D9F-B072-CE874D42CDE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759C158-AB5F-41A6-AECF-79CB67A25D44}" type="pres">
      <dgm:prSet presAssocID="{FC7B413A-4854-4992-A236-558CF8431455}" presName="centerShape" presStyleLbl="node0" presStyleIdx="0" presStyleCnt="1"/>
      <dgm:spPr/>
      <dgm:t>
        <a:bodyPr/>
        <a:lstStyle/>
        <a:p>
          <a:endParaRPr lang="en-US"/>
        </a:p>
      </dgm:t>
    </dgm:pt>
    <dgm:pt modelId="{3E74AB2B-03CD-4BC9-A028-4DDE08800A84}" type="pres">
      <dgm:prSet presAssocID="{FB028B03-8176-4EE5-92D6-7EE3A7BA6776}" presName="parTrans" presStyleLbl="bgSibTrans2D1" presStyleIdx="0" presStyleCnt="7"/>
      <dgm:spPr/>
      <dgm:t>
        <a:bodyPr/>
        <a:lstStyle/>
        <a:p>
          <a:endParaRPr lang="en-US"/>
        </a:p>
      </dgm:t>
    </dgm:pt>
    <dgm:pt modelId="{1B934541-1FA0-47E2-BC3A-6634E88D36B5}" type="pres">
      <dgm:prSet presAssocID="{13E89169-FF13-4B52-818E-FF1E12953BF0}" presName="node" presStyleLbl="node1" presStyleIdx="0" presStyleCnt="7" custRadScaleRad="166554" custRadScaleInc="757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30F6BC-1CA5-420F-AEFD-AF4169CBB9BD}" type="pres">
      <dgm:prSet presAssocID="{4786C647-EF03-4B93-B44E-A581904B1514}" presName="parTrans" presStyleLbl="bgSibTrans2D1" presStyleIdx="1" presStyleCnt="7"/>
      <dgm:spPr/>
      <dgm:t>
        <a:bodyPr/>
        <a:lstStyle/>
        <a:p>
          <a:endParaRPr lang="en-US"/>
        </a:p>
      </dgm:t>
    </dgm:pt>
    <dgm:pt modelId="{6381A43D-751E-4E19-9989-CC0798B24D15}" type="pres">
      <dgm:prSet presAssocID="{C0D5EF68-D22F-4ED3-B234-082ABAA2AB9F}" presName="node" presStyleLbl="node1" presStyleIdx="1" presStyleCnt="7" custRadScaleRad="154013" custRadScaleInc="226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880B43-49CD-405C-AAC6-09B4A1113D42}" type="pres">
      <dgm:prSet presAssocID="{754C00A3-E767-42C4-AABB-CD679C91D4EA}" presName="parTrans" presStyleLbl="bgSibTrans2D1" presStyleIdx="2" presStyleCnt="7"/>
      <dgm:spPr/>
      <dgm:t>
        <a:bodyPr/>
        <a:lstStyle/>
        <a:p>
          <a:endParaRPr lang="en-US"/>
        </a:p>
      </dgm:t>
    </dgm:pt>
    <dgm:pt modelId="{DAE01234-A747-4514-99C5-EA8CCEB04AAC}" type="pres">
      <dgm:prSet presAssocID="{90713FB6-7042-4CDC-80F2-D3887DE2BA3C}" presName="node" presStyleLbl="node1" presStyleIdx="2" presStyleCnt="7" custRadScaleRad="119843" custRadScaleInc="-291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3AD235-226A-4275-8FE3-99C9E76564BE}" type="pres">
      <dgm:prSet presAssocID="{CCB104F8-ACA4-4B7E-AAD1-6572662D8A88}" presName="parTrans" presStyleLbl="bgSibTrans2D1" presStyleIdx="3" presStyleCnt="7"/>
      <dgm:spPr/>
      <dgm:t>
        <a:bodyPr/>
        <a:lstStyle/>
        <a:p>
          <a:endParaRPr lang="en-US"/>
        </a:p>
      </dgm:t>
    </dgm:pt>
    <dgm:pt modelId="{BA589487-2AD4-4FA7-AD7D-D87E9CCC5364}" type="pres">
      <dgm:prSet presAssocID="{2E898BE0-0E3F-4EFD-B8AB-8CF2BECB27B9}" presName="node" presStyleLbl="node1" presStyleIdx="3" presStyleCnt="7" custRadScaleRad="96429" custRadScaleInc="-373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BEB7A9-7D22-4CF9-9CB6-BCFF509478E4}" type="pres">
      <dgm:prSet presAssocID="{2C190084-0AD1-4D58-9429-592C3F1E2EF5}" presName="parTrans" presStyleLbl="bgSibTrans2D1" presStyleIdx="4" presStyleCnt="7"/>
      <dgm:spPr/>
      <dgm:t>
        <a:bodyPr/>
        <a:lstStyle/>
        <a:p>
          <a:endParaRPr lang="en-US"/>
        </a:p>
      </dgm:t>
    </dgm:pt>
    <dgm:pt modelId="{3D59C884-4B1A-4DFE-9D61-6B53AAB02DE4}" type="pres">
      <dgm:prSet presAssocID="{B8333B4A-7F57-4963-9C6B-3127C20DF5BB}" presName="node" presStyleLbl="node1" presStyleIdx="4" presStyleCnt="7" custRadScaleRad="104808" custRadScaleInc="-332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DE1D5C-7976-4947-B0AF-F908F409D8AE}" type="pres">
      <dgm:prSet presAssocID="{E60D9F64-9112-41D7-B74C-E6C8993BF126}" presName="parTrans" presStyleLbl="bgSibTrans2D1" presStyleIdx="5" presStyleCnt="7"/>
      <dgm:spPr/>
      <dgm:t>
        <a:bodyPr/>
        <a:lstStyle/>
        <a:p>
          <a:endParaRPr lang="en-US"/>
        </a:p>
      </dgm:t>
    </dgm:pt>
    <dgm:pt modelId="{1B6DE6DE-E45D-4D31-BFD4-53A5ADC59244}" type="pres">
      <dgm:prSet presAssocID="{7C589784-0878-4E31-8EDB-7FB018F64F09}" presName="node" presStyleLbl="node1" presStyleIdx="5" presStyleCnt="7" custRadScaleRad="132806" custRadScaleInc="-611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820FD9-D34B-4739-98BB-E0D458491539}" type="pres">
      <dgm:prSet presAssocID="{C82720C1-FF2E-491F-9BC0-379765C6F645}" presName="parTrans" presStyleLbl="bgSibTrans2D1" presStyleIdx="6" presStyleCnt="7"/>
      <dgm:spPr/>
      <dgm:t>
        <a:bodyPr/>
        <a:lstStyle/>
        <a:p>
          <a:endParaRPr lang="en-US"/>
        </a:p>
      </dgm:t>
    </dgm:pt>
    <dgm:pt modelId="{FDEA8013-988E-4647-A466-9F54105DE259}" type="pres">
      <dgm:prSet presAssocID="{666582C9-1938-4A84-B2B2-725D6BB9259A}" presName="node" presStyleLbl="node1" presStyleIdx="6" presStyleCnt="7" custRadScaleRad="160887" custRadScaleInc="-1085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E265E4-356F-4175-900D-FAA9B8B3041D}" type="presOf" srcId="{2E898BE0-0E3F-4EFD-B8AB-8CF2BECB27B9}" destId="{BA589487-2AD4-4FA7-AD7D-D87E9CCC5364}" srcOrd="0" destOrd="0" presId="urn:microsoft.com/office/officeart/2005/8/layout/radial4"/>
    <dgm:cxn modelId="{3FA74BC6-3463-4555-9071-04A3791BC8DB}" type="presOf" srcId="{666582C9-1938-4A84-B2B2-725D6BB9259A}" destId="{FDEA8013-988E-4647-A466-9F54105DE259}" srcOrd="0" destOrd="0" presId="urn:microsoft.com/office/officeart/2005/8/layout/radial4"/>
    <dgm:cxn modelId="{EA24A68E-8F28-4E2C-9BB7-595283C75579}" srcId="{FC7B413A-4854-4992-A236-558CF8431455}" destId="{13E89169-FF13-4B52-818E-FF1E12953BF0}" srcOrd="0" destOrd="0" parTransId="{FB028B03-8176-4EE5-92D6-7EE3A7BA6776}" sibTransId="{8A82DA64-A53E-4C03-9B25-329C9F388A51}"/>
    <dgm:cxn modelId="{4560C433-952F-42C0-8AF0-EFB09D589E16}" type="presOf" srcId="{4786C647-EF03-4B93-B44E-A581904B1514}" destId="{5130F6BC-1CA5-420F-AEFD-AF4169CBB9BD}" srcOrd="0" destOrd="0" presId="urn:microsoft.com/office/officeart/2005/8/layout/radial4"/>
    <dgm:cxn modelId="{272E10C5-18A0-48FD-8DF2-9D277306A060}" type="presOf" srcId="{C82720C1-FF2E-491F-9BC0-379765C6F645}" destId="{2A820FD9-D34B-4739-98BB-E0D458491539}" srcOrd="0" destOrd="0" presId="urn:microsoft.com/office/officeart/2005/8/layout/radial4"/>
    <dgm:cxn modelId="{46EBA4C2-61CC-438E-9414-9DC747BFDAD8}" type="presOf" srcId="{CCB104F8-ACA4-4B7E-AAD1-6572662D8A88}" destId="{BE3AD235-226A-4275-8FE3-99C9E76564BE}" srcOrd="0" destOrd="0" presId="urn:microsoft.com/office/officeart/2005/8/layout/radial4"/>
    <dgm:cxn modelId="{3C43AA7A-A137-453D-8C93-006BE00C7BE5}" type="presOf" srcId="{9079F2E6-7F6A-4D9F-B072-CE874D42CDE1}" destId="{BCBF9CEC-73A2-4B32-A805-976644B2B508}" srcOrd="0" destOrd="0" presId="urn:microsoft.com/office/officeart/2005/8/layout/radial4"/>
    <dgm:cxn modelId="{B5F65F13-A376-44D8-8A9C-6939821F4358}" type="presOf" srcId="{E60D9F64-9112-41D7-B74C-E6C8993BF126}" destId="{87DE1D5C-7976-4947-B0AF-F908F409D8AE}" srcOrd="0" destOrd="0" presId="urn:microsoft.com/office/officeart/2005/8/layout/radial4"/>
    <dgm:cxn modelId="{293AE0FF-B010-4F7F-8846-15E5DD2EE369}" type="presOf" srcId="{B8333B4A-7F57-4963-9C6B-3127C20DF5BB}" destId="{3D59C884-4B1A-4DFE-9D61-6B53AAB02DE4}" srcOrd="0" destOrd="0" presId="urn:microsoft.com/office/officeart/2005/8/layout/radial4"/>
    <dgm:cxn modelId="{42FE807B-2D8D-425D-B26B-F071CF53E1EB}" srcId="{FC7B413A-4854-4992-A236-558CF8431455}" destId="{C0D5EF68-D22F-4ED3-B234-082ABAA2AB9F}" srcOrd="1" destOrd="0" parTransId="{4786C647-EF03-4B93-B44E-A581904B1514}" sibTransId="{1AA8D284-4A19-4E9F-98C9-A6C18C189E7F}"/>
    <dgm:cxn modelId="{E555512D-52E4-4963-AB61-9ACFAB586891}" type="presOf" srcId="{C0D5EF68-D22F-4ED3-B234-082ABAA2AB9F}" destId="{6381A43D-751E-4E19-9989-CC0798B24D15}" srcOrd="0" destOrd="0" presId="urn:microsoft.com/office/officeart/2005/8/layout/radial4"/>
    <dgm:cxn modelId="{58369EA3-9653-4813-AFAE-6AFC5E05D29D}" type="presOf" srcId="{13E89169-FF13-4B52-818E-FF1E12953BF0}" destId="{1B934541-1FA0-47E2-BC3A-6634E88D36B5}" srcOrd="0" destOrd="0" presId="urn:microsoft.com/office/officeart/2005/8/layout/radial4"/>
    <dgm:cxn modelId="{C9FF5BCD-F28D-4155-A8A0-2D2C1AAB0C3D}" type="presOf" srcId="{7C589784-0878-4E31-8EDB-7FB018F64F09}" destId="{1B6DE6DE-E45D-4D31-BFD4-53A5ADC59244}" srcOrd="0" destOrd="0" presId="urn:microsoft.com/office/officeart/2005/8/layout/radial4"/>
    <dgm:cxn modelId="{4CC3BD84-890F-4091-ADD8-62A83B7B0085}" srcId="{9079F2E6-7F6A-4D9F-B072-CE874D42CDE1}" destId="{FC7B413A-4854-4992-A236-558CF8431455}" srcOrd="0" destOrd="0" parTransId="{8814CFD7-5D3A-4AAE-AF15-A6543D660A60}" sibTransId="{A2EB2677-221B-48BD-A0FF-FBFFA6225C58}"/>
    <dgm:cxn modelId="{E7582A93-0279-4F98-AA6B-482C49572134}" srcId="{FC7B413A-4854-4992-A236-558CF8431455}" destId="{7C589784-0878-4E31-8EDB-7FB018F64F09}" srcOrd="5" destOrd="0" parTransId="{E60D9F64-9112-41D7-B74C-E6C8993BF126}" sibTransId="{8A1D5783-5EB4-4F6E-B0BE-A2F2D510DE63}"/>
    <dgm:cxn modelId="{AFFB828C-01FB-4B56-844A-C2ED9F515329}" type="presOf" srcId="{FC7B413A-4854-4992-A236-558CF8431455}" destId="{9759C158-AB5F-41A6-AECF-79CB67A25D44}" srcOrd="0" destOrd="0" presId="urn:microsoft.com/office/officeart/2005/8/layout/radial4"/>
    <dgm:cxn modelId="{001A0152-F993-4452-ACAF-71846C04D259}" srcId="{FC7B413A-4854-4992-A236-558CF8431455}" destId="{2E898BE0-0E3F-4EFD-B8AB-8CF2BECB27B9}" srcOrd="3" destOrd="0" parTransId="{CCB104F8-ACA4-4B7E-AAD1-6572662D8A88}" sibTransId="{FC0C6EDA-6B9C-46BC-91F8-F85F47D64FE8}"/>
    <dgm:cxn modelId="{FCB2C1AA-0651-4DB1-BDC9-BD5C3B59CFA7}" srcId="{FC7B413A-4854-4992-A236-558CF8431455}" destId="{B8333B4A-7F57-4963-9C6B-3127C20DF5BB}" srcOrd="4" destOrd="0" parTransId="{2C190084-0AD1-4D58-9429-592C3F1E2EF5}" sibTransId="{C80D7EF8-5CFC-42A0-865E-155F696DB270}"/>
    <dgm:cxn modelId="{098BA552-1FE2-4FC1-BEB0-683C600031AF}" type="presOf" srcId="{754C00A3-E767-42C4-AABB-CD679C91D4EA}" destId="{93880B43-49CD-405C-AAC6-09B4A1113D42}" srcOrd="0" destOrd="0" presId="urn:microsoft.com/office/officeart/2005/8/layout/radial4"/>
    <dgm:cxn modelId="{830DAF86-9290-4351-AAED-7A0435065D47}" srcId="{FC7B413A-4854-4992-A236-558CF8431455}" destId="{90713FB6-7042-4CDC-80F2-D3887DE2BA3C}" srcOrd="2" destOrd="0" parTransId="{754C00A3-E767-42C4-AABB-CD679C91D4EA}" sibTransId="{7DA4CFC1-A03B-449D-81EF-CFB73A842A58}"/>
    <dgm:cxn modelId="{DE8D1B1C-DADA-47C1-B9F9-A95A8DBC1564}" srcId="{FC7B413A-4854-4992-A236-558CF8431455}" destId="{666582C9-1938-4A84-B2B2-725D6BB9259A}" srcOrd="6" destOrd="0" parTransId="{C82720C1-FF2E-491F-9BC0-379765C6F645}" sibTransId="{779D8DE8-60CA-40B2-BB16-62CAAE10600D}"/>
    <dgm:cxn modelId="{3BC96BDF-0891-4DC3-BF98-D1118EB4BC21}" type="presOf" srcId="{2C190084-0AD1-4D58-9429-592C3F1E2EF5}" destId="{53BEB7A9-7D22-4CF9-9CB6-BCFF509478E4}" srcOrd="0" destOrd="0" presId="urn:microsoft.com/office/officeart/2005/8/layout/radial4"/>
    <dgm:cxn modelId="{67DEBD7E-E4A2-4A5E-BB54-2C22AF39261A}" type="presOf" srcId="{90713FB6-7042-4CDC-80F2-D3887DE2BA3C}" destId="{DAE01234-A747-4514-99C5-EA8CCEB04AAC}" srcOrd="0" destOrd="0" presId="urn:microsoft.com/office/officeart/2005/8/layout/radial4"/>
    <dgm:cxn modelId="{E4C2CE3D-EE10-410C-8745-20AC33DA8509}" type="presOf" srcId="{FB028B03-8176-4EE5-92D6-7EE3A7BA6776}" destId="{3E74AB2B-03CD-4BC9-A028-4DDE08800A84}" srcOrd="0" destOrd="0" presId="urn:microsoft.com/office/officeart/2005/8/layout/radial4"/>
    <dgm:cxn modelId="{A403C96B-3454-4DFD-9409-3982E4F7F241}" type="presParOf" srcId="{BCBF9CEC-73A2-4B32-A805-976644B2B508}" destId="{9759C158-AB5F-41A6-AECF-79CB67A25D44}" srcOrd="0" destOrd="0" presId="urn:microsoft.com/office/officeart/2005/8/layout/radial4"/>
    <dgm:cxn modelId="{30F7D897-AC71-46D2-B1E6-04AC745906DD}" type="presParOf" srcId="{BCBF9CEC-73A2-4B32-A805-976644B2B508}" destId="{3E74AB2B-03CD-4BC9-A028-4DDE08800A84}" srcOrd="1" destOrd="0" presId="urn:microsoft.com/office/officeart/2005/8/layout/radial4"/>
    <dgm:cxn modelId="{4AE70C06-184F-4DF0-A68C-AD9D6AABF8A2}" type="presParOf" srcId="{BCBF9CEC-73A2-4B32-A805-976644B2B508}" destId="{1B934541-1FA0-47E2-BC3A-6634E88D36B5}" srcOrd="2" destOrd="0" presId="urn:microsoft.com/office/officeart/2005/8/layout/radial4"/>
    <dgm:cxn modelId="{D64ACA9D-110F-4AF4-9133-46DA92F896EB}" type="presParOf" srcId="{BCBF9CEC-73A2-4B32-A805-976644B2B508}" destId="{5130F6BC-1CA5-420F-AEFD-AF4169CBB9BD}" srcOrd="3" destOrd="0" presId="urn:microsoft.com/office/officeart/2005/8/layout/radial4"/>
    <dgm:cxn modelId="{4A9A8C6F-4C70-4DA6-9DAF-CC24A9F84163}" type="presParOf" srcId="{BCBF9CEC-73A2-4B32-A805-976644B2B508}" destId="{6381A43D-751E-4E19-9989-CC0798B24D15}" srcOrd="4" destOrd="0" presId="urn:microsoft.com/office/officeart/2005/8/layout/radial4"/>
    <dgm:cxn modelId="{9AE24558-2A3B-4DFE-A1EA-06AFE141FB5D}" type="presParOf" srcId="{BCBF9CEC-73A2-4B32-A805-976644B2B508}" destId="{93880B43-49CD-405C-AAC6-09B4A1113D42}" srcOrd="5" destOrd="0" presId="urn:microsoft.com/office/officeart/2005/8/layout/radial4"/>
    <dgm:cxn modelId="{512C6C5B-45E1-45B6-9F19-CCBC763EB271}" type="presParOf" srcId="{BCBF9CEC-73A2-4B32-A805-976644B2B508}" destId="{DAE01234-A747-4514-99C5-EA8CCEB04AAC}" srcOrd="6" destOrd="0" presId="urn:microsoft.com/office/officeart/2005/8/layout/radial4"/>
    <dgm:cxn modelId="{20601473-6151-4884-9837-57F6290AB979}" type="presParOf" srcId="{BCBF9CEC-73A2-4B32-A805-976644B2B508}" destId="{BE3AD235-226A-4275-8FE3-99C9E76564BE}" srcOrd="7" destOrd="0" presId="urn:microsoft.com/office/officeart/2005/8/layout/radial4"/>
    <dgm:cxn modelId="{C986AC0C-EB7E-4B81-A44F-6058B94535FA}" type="presParOf" srcId="{BCBF9CEC-73A2-4B32-A805-976644B2B508}" destId="{BA589487-2AD4-4FA7-AD7D-D87E9CCC5364}" srcOrd="8" destOrd="0" presId="urn:microsoft.com/office/officeart/2005/8/layout/radial4"/>
    <dgm:cxn modelId="{3A4DC406-2858-4A38-AE41-243358F56537}" type="presParOf" srcId="{BCBF9CEC-73A2-4B32-A805-976644B2B508}" destId="{53BEB7A9-7D22-4CF9-9CB6-BCFF509478E4}" srcOrd="9" destOrd="0" presId="urn:microsoft.com/office/officeart/2005/8/layout/radial4"/>
    <dgm:cxn modelId="{4110DADA-0405-4C51-AEBA-90E1CAA3F563}" type="presParOf" srcId="{BCBF9CEC-73A2-4B32-A805-976644B2B508}" destId="{3D59C884-4B1A-4DFE-9D61-6B53AAB02DE4}" srcOrd="10" destOrd="0" presId="urn:microsoft.com/office/officeart/2005/8/layout/radial4"/>
    <dgm:cxn modelId="{B7BDC8A3-BFB5-48E9-A7DD-B16CE08041F4}" type="presParOf" srcId="{BCBF9CEC-73A2-4B32-A805-976644B2B508}" destId="{87DE1D5C-7976-4947-B0AF-F908F409D8AE}" srcOrd="11" destOrd="0" presId="urn:microsoft.com/office/officeart/2005/8/layout/radial4"/>
    <dgm:cxn modelId="{7F6E1C16-3CED-4811-8AC2-1F1A6633CA56}" type="presParOf" srcId="{BCBF9CEC-73A2-4B32-A805-976644B2B508}" destId="{1B6DE6DE-E45D-4D31-BFD4-53A5ADC59244}" srcOrd="12" destOrd="0" presId="urn:microsoft.com/office/officeart/2005/8/layout/radial4"/>
    <dgm:cxn modelId="{D37F360B-6E87-4309-9257-C57EDE7F3350}" type="presParOf" srcId="{BCBF9CEC-73A2-4B32-A805-976644B2B508}" destId="{2A820FD9-D34B-4739-98BB-E0D458491539}" srcOrd="13" destOrd="0" presId="urn:microsoft.com/office/officeart/2005/8/layout/radial4"/>
    <dgm:cxn modelId="{33AD5F91-E70D-4BAB-9B87-07797A00E5B0}" type="presParOf" srcId="{BCBF9CEC-73A2-4B32-A805-976644B2B508}" destId="{FDEA8013-988E-4647-A466-9F54105DE259}" srcOrd="14" destOrd="0" presId="urn:microsoft.com/office/officeart/2005/8/layout/radial4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2D8504-1D1B-4F97-AB46-A261F77B17CA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51BEF8-A879-455B-ADE9-6AAA141FAB5D}">
      <dgm:prSet phldrT="[Text]"/>
      <dgm:spPr/>
      <dgm:t>
        <a:bodyPr/>
        <a:lstStyle/>
        <a:p>
          <a:r>
            <a:rPr lang="en-IN" dirty="0" smtClean="0"/>
            <a:t>Notebook script</a:t>
          </a:r>
          <a:endParaRPr lang="en-US" dirty="0"/>
        </a:p>
      </dgm:t>
    </dgm:pt>
    <dgm:pt modelId="{593717C5-6A8B-41C2-BEC7-60D12653E145}" type="parTrans" cxnId="{ADF25178-5862-4989-BB77-970678369148}">
      <dgm:prSet/>
      <dgm:spPr/>
      <dgm:t>
        <a:bodyPr/>
        <a:lstStyle/>
        <a:p>
          <a:endParaRPr lang="en-US"/>
        </a:p>
      </dgm:t>
    </dgm:pt>
    <dgm:pt modelId="{1A69E5BB-D4B1-416F-9383-6DA1A4B91C4A}" type="sibTrans" cxnId="{ADF25178-5862-4989-BB77-970678369148}">
      <dgm:prSet/>
      <dgm:spPr/>
      <dgm:t>
        <a:bodyPr/>
        <a:lstStyle/>
        <a:p>
          <a:endParaRPr lang="en-US"/>
        </a:p>
      </dgm:t>
    </dgm:pt>
    <dgm:pt modelId="{317CCD7A-E19E-4C10-9CC9-616B187B69B8}">
      <dgm:prSet phldrT="[Text]"/>
      <dgm:spPr/>
      <dgm:t>
        <a:bodyPr/>
        <a:lstStyle/>
        <a:p>
          <a:r>
            <a:rPr lang="en-IN" dirty="0" smtClean="0"/>
            <a:t>Automated ML</a:t>
          </a:r>
          <a:endParaRPr lang="en-US" dirty="0"/>
        </a:p>
      </dgm:t>
    </dgm:pt>
    <dgm:pt modelId="{494E97B3-12DF-4D46-B1AD-85E857D3D3F5}" type="parTrans" cxnId="{701223B0-65A5-49B8-805E-A60E652A3848}">
      <dgm:prSet/>
      <dgm:spPr/>
      <dgm:t>
        <a:bodyPr/>
        <a:lstStyle/>
        <a:p>
          <a:endParaRPr lang="en-US"/>
        </a:p>
      </dgm:t>
    </dgm:pt>
    <dgm:pt modelId="{0AD8313C-DD44-46EB-81E6-01C02E446645}" type="sibTrans" cxnId="{701223B0-65A5-49B8-805E-A60E652A3848}">
      <dgm:prSet/>
      <dgm:spPr/>
      <dgm:t>
        <a:bodyPr/>
        <a:lstStyle/>
        <a:p>
          <a:endParaRPr lang="en-US"/>
        </a:p>
      </dgm:t>
    </dgm:pt>
    <dgm:pt modelId="{F0FC86F1-F82E-4510-8C65-E3C4A70AA8E0}">
      <dgm:prSet phldrT="[Text]"/>
      <dgm:spPr/>
      <dgm:t>
        <a:bodyPr/>
        <a:lstStyle/>
        <a:p>
          <a:r>
            <a:rPr lang="en-IN" dirty="0" smtClean="0"/>
            <a:t>Designer</a:t>
          </a:r>
          <a:endParaRPr lang="en-US" dirty="0"/>
        </a:p>
      </dgm:t>
    </dgm:pt>
    <dgm:pt modelId="{60F6E373-E912-48FE-A993-903639B31D1F}" type="parTrans" cxnId="{151E32E9-D291-475B-A77B-63E5FA5E7241}">
      <dgm:prSet/>
      <dgm:spPr/>
      <dgm:t>
        <a:bodyPr/>
        <a:lstStyle/>
        <a:p>
          <a:endParaRPr lang="en-US"/>
        </a:p>
      </dgm:t>
    </dgm:pt>
    <dgm:pt modelId="{5B9B93DC-2517-40D0-A144-A6F854195576}" type="sibTrans" cxnId="{151E32E9-D291-475B-A77B-63E5FA5E7241}">
      <dgm:prSet/>
      <dgm:spPr/>
      <dgm:t>
        <a:bodyPr/>
        <a:lstStyle/>
        <a:p>
          <a:endParaRPr lang="en-US"/>
        </a:p>
      </dgm:t>
    </dgm:pt>
    <dgm:pt modelId="{F3E54797-4F06-4C2E-B4B8-5D5097ADBD51}">
      <dgm:prSet phldrT="[Text]"/>
      <dgm:spPr/>
      <dgm:t>
        <a:bodyPr/>
        <a:lstStyle/>
        <a:p>
          <a:r>
            <a:rPr lang="en-IN" dirty="0" smtClean="0"/>
            <a:t>Experiment</a:t>
          </a:r>
        </a:p>
      </dgm:t>
    </dgm:pt>
    <dgm:pt modelId="{17646422-ABCF-446B-96A3-06E472763AC0}" type="parTrans" cxnId="{C7118433-4B56-4CC4-A167-7245DB0CA2C9}">
      <dgm:prSet/>
      <dgm:spPr/>
      <dgm:t>
        <a:bodyPr/>
        <a:lstStyle/>
        <a:p>
          <a:endParaRPr lang="en-US"/>
        </a:p>
      </dgm:t>
    </dgm:pt>
    <dgm:pt modelId="{8C0C2848-E71A-446D-ACD5-D362A192C949}" type="sibTrans" cxnId="{C7118433-4B56-4CC4-A167-7245DB0CA2C9}">
      <dgm:prSet/>
      <dgm:spPr/>
      <dgm:t>
        <a:bodyPr/>
        <a:lstStyle/>
        <a:p>
          <a:endParaRPr lang="en-US"/>
        </a:p>
      </dgm:t>
    </dgm:pt>
    <dgm:pt modelId="{44EBAB55-ABB0-44E6-8788-0E139531725C}" type="pres">
      <dgm:prSet presAssocID="{152D8504-1D1B-4F97-AB46-A261F77B17C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A99F7B-89DA-4394-A604-6D97549A0B30}" type="pres">
      <dgm:prSet presAssocID="{8351BEF8-A879-455B-ADE9-6AAA141FAB5D}" presName="compNode" presStyleCnt="0"/>
      <dgm:spPr/>
    </dgm:pt>
    <dgm:pt modelId="{0773F83E-FAED-44DE-A438-21D437ED1165}" type="pres">
      <dgm:prSet presAssocID="{8351BEF8-A879-455B-ADE9-6AAA141FAB5D}" presName="pictRect" presStyleLbl="node1" presStyleIdx="0" presStyleCnt="4" custScaleX="62900" custScaleY="6424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B6A1280-B48D-45DE-9377-ADE0D65E6072}" type="pres">
      <dgm:prSet presAssocID="{8351BEF8-A879-455B-ADE9-6AAA141FAB5D}" presName="textRec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C9F95-A115-4817-B179-D606639225E5}" type="pres">
      <dgm:prSet presAssocID="{1A69E5BB-D4B1-416F-9383-6DA1A4B91C4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FBFEE0A-18FB-4BE2-B97F-E3D3D1C0C3CC}" type="pres">
      <dgm:prSet presAssocID="{317CCD7A-E19E-4C10-9CC9-616B187B69B8}" presName="compNode" presStyleCnt="0"/>
      <dgm:spPr/>
    </dgm:pt>
    <dgm:pt modelId="{7E58E278-E79F-44EC-AB1D-EA8D526526C4}" type="pres">
      <dgm:prSet presAssocID="{317CCD7A-E19E-4C10-9CC9-616B187B69B8}" presName="pictRect" presStyleLbl="node1" presStyleIdx="1" presStyleCnt="4" custScaleX="68503" custScaleY="72865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FC04764C-EB75-4AD7-B663-E7EE34195CA3}" type="pres">
      <dgm:prSet presAssocID="{317CCD7A-E19E-4C10-9CC9-616B187B69B8}" presName="textRec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135EAD-4627-4546-B4A3-33E56AF50493}" type="pres">
      <dgm:prSet presAssocID="{0AD8313C-DD44-46EB-81E6-01C02E44664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8C45415-02E6-4E8E-8546-D00B2E466858}" type="pres">
      <dgm:prSet presAssocID="{F0FC86F1-F82E-4510-8C65-E3C4A70AA8E0}" presName="compNode" presStyleCnt="0"/>
      <dgm:spPr/>
    </dgm:pt>
    <dgm:pt modelId="{C3BB91A4-A0F3-4109-9779-CF45178FBB5A}" type="pres">
      <dgm:prSet presAssocID="{F0FC86F1-F82E-4510-8C65-E3C4A70AA8E0}" presName="pictRect" presStyleLbl="node1" presStyleIdx="2" presStyleCnt="4" custScaleX="74105" custScaleY="9011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AC23B4C0-8726-4222-8004-E8D74AFBD04E}" type="pres">
      <dgm:prSet presAssocID="{F0FC86F1-F82E-4510-8C65-E3C4A70AA8E0}" presName="textRec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D9A08-B5BA-438A-9E9C-48C42FC0AA6E}" type="pres">
      <dgm:prSet presAssocID="{5B9B93DC-2517-40D0-A144-A6F85419557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23D2075-67CD-46F0-B083-56F77CB48DBE}" type="pres">
      <dgm:prSet presAssocID="{F3E54797-4F06-4C2E-B4B8-5D5097ADBD51}" presName="compNode" presStyleCnt="0"/>
      <dgm:spPr/>
    </dgm:pt>
    <dgm:pt modelId="{D98D769D-A0C6-49A1-B227-9272B985C9ED}" type="pres">
      <dgm:prSet presAssocID="{F3E54797-4F06-4C2E-B4B8-5D5097ADBD51}" presName="pictRect" presStyleLbl="node1" presStyleIdx="3" presStyleCnt="4" custScaleX="55940" custScaleY="8992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91542B5F-7E89-434E-90E8-6360DE5CC808}" type="pres">
      <dgm:prSet presAssocID="{F3E54797-4F06-4C2E-B4B8-5D5097ADBD51}" presName="textRec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B35E0B5-260D-4C40-AF35-E8B875C060AC}" type="presOf" srcId="{0AD8313C-DD44-46EB-81E6-01C02E446645}" destId="{04135EAD-4627-4546-B4A3-33E56AF50493}" srcOrd="0" destOrd="0" presId="urn:microsoft.com/office/officeart/2005/8/layout/pList1"/>
    <dgm:cxn modelId="{3A79FD93-F669-473B-A8C3-4F9B29401445}" type="presOf" srcId="{5B9B93DC-2517-40D0-A144-A6F854195576}" destId="{944D9A08-B5BA-438A-9E9C-48C42FC0AA6E}" srcOrd="0" destOrd="0" presId="urn:microsoft.com/office/officeart/2005/8/layout/pList1"/>
    <dgm:cxn modelId="{FB4AD8CD-4829-4D3B-AC69-66227CF2A96B}" type="presOf" srcId="{317CCD7A-E19E-4C10-9CC9-616B187B69B8}" destId="{FC04764C-EB75-4AD7-B663-E7EE34195CA3}" srcOrd="0" destOrd="0" presId="urn:microsoft.com/office/officeart/2005/8/layout/pList1"/>
    <dgm:cxn modelId="{151E32E9-D291-475B-A77B-63E5FA5E7241}" srcId="{152D8504-1D1B-4F97-AB46-A261F77B17CA}" destId="{F0FC86F1-F82E-4510-8C65-E3C4A70AA8E0}" srcOrd="2" destOrd="0" parTransId="{60F6E373-E912-48FE-A993-903639B31D1F}" sibTransId="{5B9B93DC-2517-40D0-A144-A6F854195576}"/>
    <dgm:cxn modelId="{701223B0-65A5-49B8-805E-A60E652A3848}" srcId="{152D8504-1D1B-4F97-AB46-A261F77B17CA}" destId="{317CCD7A-E19E-4C10-9CC9-616B187B69B8}" srcOrd="1" destOrd="0" parTransId="{494E97B3-12DF-4D46-B1AD-85E857D3D3F5}" sibTransId="{0AD8313C-DD44-46EB-81E6-01C02E446645}"/>
    <dgm:cxn modelId="{ADF25178-5862-4989-BB77-970678369148}" srcId="{152D8504-1D1B-4F97-AB46-A261F77B17CA}" destId="{8351BEF8-A879-455B-ADE9-6AAA141FAB5D}" srcOrd="0" destOrd="0" parTransId="{593717C5-6A8B-41C2-BEC7-60D12653E145}" sibTransId="{1A69E5BB-D4B1-416F-9383-6DA1A4B91C4A}"/>
    <dgm:cxn modelId="{333B1F7F-262B-4293-B1D2-BCC39F2D92F6}" type="presOf" srcId="{F0FC86F1-F82E-4510-8C65-E3C4A70AA8E0}" destId="{AC23B4C0-8726-4222-8004-E8D74AFBD04E}" srcOrd="0" destOrd="0" presId="urn:microsoft.com/office/officeart/2005/8/layout/pList1"/>
    <dgm:cxn modelId="{C7118433-4B56-4CC4-A167-7245DB0CA2C9}" srcId="{152D8504-1D1B-4F97-AB46-A261F77B17CA}" destId="{F3E54797-4F06-4C2E-B4B8-5D5097ADBD51}" srcOrd="3" destOrd="0" parTransId="{17646422-ABCF-446B-96A3-06E472763AC0}" sibTransId="{8C0C2848-E71A-446D-ACD5-D362A192C949}"/>
    <dgm:cxn modelId="{93DDFA0B-C937-4B52-88E0-6DE1D3D3F23E}" type="presOf" srcId="{8351BEF8-A879-455B-ADE9-6AAA141FAB5D}" destId="{EB6A1280-B48D-45DE-9377-ADE0D65E6072}" srcOrd="0" destOrd="0" presId="urn:microsoft.com/office/officeart/2005/8/layout/pList1"/>
    <dgm:cxn modelId="{B1385186-30EE-4775-8669-C4BD5552714B}" type="presOf" srcId="{152D8504-1D1B-4F97-AB46-A261F77B17CA}" destId="{44EBAB55-ABB0-44E6-8788-0E139531725C}" srcOrd="0" destOrd="0" presId="urn:microsoft.com/office/officeart/2005/8/layout/pList1"/>
    <dgm:cxn modelId="{6CB3B403-3EAF-4630-B53A-AB04686C427A}" type="presOf" srcId="{1A69E5BB-D4B1-416F-9383-6DA1A4B91C4A}" destId="{E34C9F95-A115-4817-B179-D606639225E5}" srcOrd="0" destOrd="0" presId="urn:microsoft.com/office/officeart/2005/8/layout/pList1"/>
    <dgm:cxn modelId="{BD97E0D7-13E4-4C44-B2AA-3EB36883842B}" type="presOf" srcId="{F3E54797-4F06-4C2E-B4B8-5D5097ADBD51}" destId="{91542B5F-7E89-434E-90E8-6360DE5CC808}" srcOrd="0" destOrd="0" presId="urn:microsoft.com/office/officeart/2005/8/layout/pList1"/>
    <dgm:cxn modelId="{69831B51-D834-4C8D-8AE1-0EAC3490BA96}" type="presParOf" srcId="{44EBAB55-ABB0-44E6-8788-0E139531725C}" destId="{B7A99F7B-89DA-4394-A604-6D97549A0B30}" srcOrd="0" destOrd="0" presId="urn:microsoft.com/office/officeart/2005/8/layout/pList1"/>
    <dgm:cxn modelId="{387D11FA-14B9-42A2-93CB-70074F050797}" type="presParOf" srcId="{B7A99F7B-89DA-4394-A604-6D97549A0B30}" destId="{0773F83E-FAED-44DE-A438-21D437ED1165}" srcOrd="0" destOrd="0" presId="urn:microsoft.com/office/officeart/2005/8/layout/pList1"/>
    <dgm:cxn modelId="{544D3EF1-6346-421D-9AB0-B0BB78183E61}" type="presParOf" srcId="{B7A99F7B-89DA-4394-A604-6D97549A0B30}" destId="{EB6A1280-B48D-45DE-9377-ADE0D65E6072}" srcOrd="1" destOrd="0" presId="urn:microsoft.com/office/officeart/2005/8/layout/pList1"/>
    <dgm:cxn modelId="{BD42EC20-4E91-4D3D-A54E-0412A1BC7DCA}" type="presParOf" srcId="{44EBAB55-ABB0-44E6-8788-0E139531725C}" destId="{E34C9F95-A115-4817-B179-D606639225E5}" srcOrd="1" destOrd="0" presId="urn:microsoft.com/office/officeart/2005/8/layout/pList1"/>
    <dgm:cxn modelId="{F6C3D234-6671-4A82-AF03-B9816517F7B2}" type="presParOf" srcId="{44EBAB55-ABB0-44E6-8788-0E139531725C}" destId="{4FBFEE0A-18FB-4BE2-B97F-E3D3D1C0C3CC}" srcOrd="2" destOrd="0" presId="urn:microsoft.com/office/officeart/2005/8/layout/pList1"/>
    <dgm:cxn modelId="{84E5686A-2C9D-4F86-88BE-532B81E3DB13}" type="presParOf" srcId="{4FBFEE0A-18FB-4BE2-B97F-E3D3D1C0C3CC}" destId="{7E58E278-E79F-44EC-AB1D-EA8D526526C4}" srcOrd="0" destOrd="0" presId="urn:microsoft.com/office/officeart/2005/8/layout/pList1"/>
    <dgm:cxn modelId="{28186A3E-8754-4124-97B1-AD8791FBC704}" type="presParOf" srcId="{4FBFEE0A-18FB-4BE2-B97F-E3D3D1C0C3CC}" destId="{FC04764C-EB75-4AD7-B663-E7EE34195CA3}" srcOrd="1" destOrd="0" presId="urn:microsoft.com/office/officeart/2005/8/layout/pList1"/>
    <dgm:cxn modelId="{D6DB3094-0759-4BA1-B489-8DCB49EA4FE8}" type="presParOf" srcId="{44EBAB55-ABB0-44E6-8788-0E139531725C}" destId="{04135EAD-4627-4546-B4A3-33E56AF50493}" srcOrd="3" destOrd="0" presId="urn:microsoft.com/office/officeart/2005/8/layout/pList1"/>
    <dgm:cxn modelId="{DC196F93-C524-4078-8716-FF753D1B425B}" type="presParOf" srcId="{44EBAB55-ABB0-44E6-8788-0E139531725C}" destId="{28C45415-02E6-4E8E-8546-D00B2E466858}" srcOrd="4" destOrd="0" presId="urn:microsoft.com/office/officeart/2005/8/layout/pList1"/>
    <dgm:cxn modelId="{00CEDE23-CF8F-4BAD-806C-903ED7B3EE7A}" type="presParOf" srcId="{28C45415-02E6-4E8E-8546-D00B2E466858}" destId="{C3BB91A4-A0F3-4109-9779-CF45178FBB5A}" srcOrd="0" destOrd="0" presId="urn:microsoft.com/office/officeart/2005/8/layout/pList1"/>
    <dgm:cxn modelId="{5A079E4C-2444-4EF2-8CC5-1AB6C6E93CA3}" type="presParOf" srcId="{28C45415-02E6-4E8E-8546-D00B2E466858}" destId="{AC23B4C0-8726-4222-8004-E8D74AFBD04E}" srcOrd="1" destOrd="0" presId="urn:microsoft.com/office/officeart/2005/8/layout/pList1"/>
    <dgm:cxn modelId="{7F28557D-8D95-4B66-B202-59B8E10C64F3}" type="presParOf" srcId="{44EBAB55-ABB0-44E6-8788-0E139531725C}" destId="{944D9A08-B5BA-438A-9E9C-48C42FC0AA6E}" srcOrd="5" destOrd="0" presId="urn:microsoft.com/office/officeart/2005/8/layout/pList1"/>
    <dgm:cxn modelId="{3FB007D7-E4AD-4B6D-9752-630B42F72A45}" type="presParOf" srcId="{44EBAB55-ABB0-44E6-8788-0E139531725C}" destId="{D23D2075-67CD-46F0-B083-56F77CB48DBE}" srcOrd="6" destOrd="0" presId="urn:microsoft.com/office/officeart/2005/8/layout/pList1"/>
    <dgm:cxn modelId="{84595D49-E80B-4E5C-B2F9-B87F5C1FC581}" type="presParOf" srcId="{D23D2075-67CD-46F0-B083-56F77CB48DBE}" destId="{D98D769D-A0C6-49A1-B227-9272B985C9ED}" srcOrd="0" destOrd="0" presId="urn:microsoft.com/office/officeart/2005/8/layout/pList1"/>
    <dgm:cxn modelId="{549095D4-D70A-4073-B23A-33291F21A23F}" type="presParOf" srcId="{D23D2075-67CD-46F0-B083-56F77CB48DBE}" destId="{91542B5F-7E89-434E-90E8-6360DE5CC808}" srcOrd="1" destOrd="0" presId="urn:microsoft.com/office/officeart/2005/8/layout/pLis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B21B27-B356-4E55-BD21-47BA886EDE5D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1AEDF5-A24E-4731-8AED-D28D05263CEC}">
      <dgm:prSet phldrT="[Text]"/>
      <dgm:spPr/>
      <dgm:t>
        <a:bodyPr/>
        <a:lstStyle/>
        <a:p>
          <a:r>
            <a:rPr lang="en-US" dirty="0" smtClean="0"/>
            <a:t>Get the Data</a:t>
          </a:r>
          <a:endParaRPr lang="en-US" dirty="0"/>
        </a:p>
      </dgm:t>
    </dgm:pt>
    <dgm:pt modelId="{BB4D41EE-570B-4D17-A858-C60436AD7EEE}" type="parTrans" cxnId="{971D2394-8858-480A-9AAA-BD63C2E16FAC}">
      <dgm:prSet/>
      <dgm:spPr/>
      <dgm:t>
        <a:bodyPr/>
        <a:lstStyle/>
        <a:p>
          <a:endParaRPr lang="en-US"/>
        </a:p>
      </dgm:t>
    </dgm:pt>
    <dgm:pt modelId="{2995A3A7-7A3C-4A0D-8B88-2219F823DFF8}" type="sibTrans" cxnId="{971D2394-8858-480A-9AAA-BD63C2E16FAC}">
      <dgm:prSet/>
      <dgm:spPr/>
      <dgm:t>
        <a:bodyPr/>
        <a:lstStyle/>
        <a:p>
          <a:endParaRPr lang="en-US"/>
        </a:p>
      </dgm:t>
    </dgm:pt>
    <dgm:pt modelId="{0384BBA4-07A0-4EA0-BEB4-ED6ADE35FE5C}">
      <dgm:prSet phldrT="[Text]"/>
      <dgm:spPr/>
      <dgm:t>
        <a:bodyPr/>
        <a:lstStyle/>
        <a:p>
          <a:r>
            <a:rPr lang="en-US" smtClean="0"/>
            <a:t>Prepare the Data</a:t>
          </a:r>
          <a:endParaRPr lang="en-US" dirty="0"/>
        </a:p>
      </dgm:t>
    </dgm:pt>
    <dgm:pt modelId="{540BB5AA-8F29-4630-8B57-3B67FBCA2D74}" type="parTrans" cxnId="{B524940D-BD45-443E-A92F-D15AA93D6DE1}">
      <dgm:prSet/>
      <dgm:spPr/>
      <dgm:t>
        <a:bodyPr/>
        <a:lstStyle/>
        <a:p>
          <a:endParaRPr lang="en-US"/>
        </a:p>
      </dgm:t>
    </dgm:pt>
    <dgm:pt modelId="{103CFE3B-F114-4924-BB16-9D0BD0159096}" type="sibTrans" cxnId="{B524940D-BD45-443E-A92F-D15AA93D6DE1}">
      <dgm:prSet/>
      <dgm:spPr/>
      <dgm:t>
        <a:bodyPr/>
        <a:lstStyle/>
        <a:p>
          <a:endParaRPr lang="en-US"/>
        </a:p>
      </dgm:t>
    </dgm:pt>
    <dgm:pt modelId="{A07BF2C2-4AD3-4653-B288-5859ED905CF1}">
      <dgm:prSet phldrT="[Text]"/>
      <dgm:spPr/>
      <dgm:t>
        <a:bodyPr/>
        <a:lstStyle/>
        <a:p>
          <a:r>
            <a:rPr lang="en-US" dirty="0" smtClean="0"/>
            <a:t>Feature selection</a:t>
          </a:r>
          <a:endParaRPr lang="en-US" dirty="0"/>
        </a:p>
      </dgm:t>
    </dgm:pt>
    <dgm:pt modelId="{0B59D026-769D-4C74-9E67-96C81E3E3116}" type="parTrans" cxnId="{3A172892-7DAF-49B4-87CD-1F1DEEF731F8}">
      <dgm:prSet/>
      <dgm:spPr/>
      <dgm:t>
        <a:bodyPr/>
        <a:lstStyle/>
        <a:p>
          <a:endParaRPr lang="en-US"/>
        </a:p>
      </dgm:t>
    </dgm:pt>
    <dgm:pt modelId="{E6014075-F96D-4305-ACA5-68EEE83B75CF}" type="sibTrans" cxnId="{3A172892-7DAF-49B4-87CD-1F1DEEF731F8}">
      <dgm:prSet/>
      <dgm:spPr/>
      <dgm:t>
        <a:bodyPr/>
        <a:lstStyle/>
        <a:p>
          <a:endParaRPr lang="en-US"/>
        </a:p>
      </dgm:t>
    </dgm:pt>
    <dgm:pt modelId="{F88CDBE3-32AF-469B-8E33-31EF302D4F33}">
      <dgm:prSet phldrT="[Text]"/>
      <dgm:spPr/>
      <dgm:t>
        <a:bodyPr/>
        <a:lstStyle/>
        <a:p>
          <a:r>
            <a:rPr lang="en-US" dirty="0" smtClean="0"/>
            <a:t>Choose and apply learning algorithm</a:t>
          </a:r>
          <a:endParaRPr lang="en-US" dirty="0"/>
        </a:p>
      </dgm:t>
    </dgm:pt>
    <dgm:pt modelId="{D1A7ECC0-BBBB-425D-A205-9D3DE418FA13}" type="parTrans" cxnId="{ADC21EC2-750B-438B-A759-024A6FD33B92}">
      <dgm:prSet/>
      <dgm:spPr/>
      <dgm:t>
        <a:bodyPr/>
        <a:lstStyle/>
        <a:p>
          <a:endParaRPr lang="en-US"/>
        </a:p>
      </dgm:t>
    </dgm:pt>
    <dgm:pt modelId="{347EC28A-F987-4619-8E1D-CD20EE184486}" type="sibTrans" cxnId="{ADC21EC2-750B-438B-A759-024A6FD33B92}">
      <dgm:prSet/>
      <dgm:spPr/>
      <dgm:t>
        <a:bodyPr/>
        <a:lstStyle/>
        <a:p>
          <a:endParaRPr lang="en-US"/>
        </a:p>
      </dgm:t>
    </dgm:pt>
    <dgm:pt modelId="{E350610A-70E2-4C4E-863C-4C8E7FEAA024}">
      <dgm:prSet phldrT="[Text]"/>
      <dgm:spPr/>
      <dgm:t>
        <a:bodyPr/>
        <a:lstStyle/>
        <a:p>
          <a:r>
            <a:rPr lang="en-US" dirty="0" smtClean="0"/>
            <a:t>Train and evaluate the model</a:t>
          </a:r>
          <a:endParaRPr lang="en-US" dirty="0"/>
        </a:p>
      </dgm:t>
    </dgm:pt>
    <dgm:pt modelId="{E921CB4C-939C-476E-B55E-F4FC3A767A7A}" type="parTrans" cxnId="{10BA57C7-705D-449D-B4E0-081AB30329A4}">
      <dgm:prSet/>
      <dgm:spPr/>
      <dgm:t>
        <a:bodyPr/>
        <a:lstStyle/>
        <a:p>
          <a:endParaRPr lang="en-US"/>
        </a:p>
      </dgm:t>
    </dgm:pt>
    <dgm:pt modelId="{1CB73BB7-84F3-48E0-9FC8-BDC3C1B687D5}" type="sibTrans" cxnId="{10BA57C7-705D-449D-B4E0-081AB30329A4}">
      <dgm:prSet/>
      <dgm:spPr/>
      <dgm:t>
        <a:bodyPr/>
        <a:lstStyle/>
        <a:p>
          <a:endParaRPr lang="en-US"/>
        </a:p>
      </dgm:t>
    </dgm:pt>
    <dgm:pt modelId="{446B59D6-5F75-4CC0-98EC-005CDD88D028}" type="pres">
      <dgm:prSet presAssocID="{0DB21B27-B356-4E55-BD21-47BA886EDE5D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BDF2BD-9216-4AC6-A5FF-F01789F46AD0}" type="pres">
      <dgm:prSet presAssocID="{921AEDF5-A24E-4731-8AED-D28D05263CEC}" presName="node" presStyleLbl="node1" presStyleIdx="0" presStyleCnt="5" custScaleX="248255" custScaleY="535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B1EE94-B61B-4C64-894D-4736501B232F}" type="pres">
      <dgm:prSet presAssocID="{2995A3A7-7A3C-4A0D-8B88-2219F823DFF8}" presName="sibTrans" presStyleLbl="sibTrans2D1" presStyleIdx="0" presStyleCnt="4"/>
      <dgm:spPr/>
      <dgm:t>
        <a:bodyPr/>
        <a:lstStyle/>
        <a:p>
          <a:endParaRPr lang="en-US"/>
        </a:p>
      </dgm:t>
    </dgm:pt>
    <dgm:pt modelId="{22CFD6EA-E0AC-4917-8E5E-07C89DF85963}" type="pres">
      <dgm:prSet presAssocID="{2995A3A7-7A3C-4A0D-8B88-2219F823DFF8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884A886A-0510-435B-B0E6-AAC86ABBE44B}" type="pres">
      <dgm:prSet presAssocID="{0384BBA4-07A0-4EA0-BEB4-ED6ADE35FE5C}" presName="node" presStyleLbl="node1" presStyleIdx="1" presStyleCnt="5" custScaleX="248255" custScaleY="535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FED30E-CA99-4E98-902F-86DD47361D06}" type="pres">
      <dgm:prSet presAssocID="{103CFE3B-F114-4924-BB16-9D0BD0159096}" presName="sibTrans" presStyleLbl="sibTrans2D1" presStyleIdx="1" presStyleCnt="4"/>
      <dgm:spPr/>
      <dgm:t>
        <a:bodyPr/>
        <a:lstStyle/>
        <a:p>
          <a:endParaRPr lang="en-US"/>
        </a:p>
      </dgm:t>
    </dgm:pt>
    <dgm:pt modelId="{7F578400-6666-4380-9339-76C8CAEB16ED}" type="pres">
      <dgm:prSet presAssocID="{103CFE3B-F114-4924-BB16-9D0BD0159096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B91174BD-F678-443B-AE39-D8BA02053058}" type="pres">
      <dgm:prSet presAssocID="{A07BF2C2-4AD3-4653-B288-5859ED905CF1}" presName="node" presStyleLbl="node1" presStyleIdx="2" presStyleCnt="5" custScaleX="248255" custScaleY="535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C9B34-4DA4-4D16-8773-9019E0251ED7}" type="pres">
      <dgm:prSet presAssocID="{E6014075-F96D-4305-ACA5-68EEE83B75CF}" presName="sibTrans" presStyleLbl="sibTrans2D1" presStyleIdx="2" presStyleCnt="4"/>
      <dgm:spPr/>
      <dgm:t>
        <a:bodyPr/>
        <a:lstStyle/>
        <a:p>
          <a:endParaRPr lang="en-US"/>
        </a:p>
      </dgm:t>
    </dgm:pt>
    <dgm:pt modelId="{0864B3CB-A805-4A5C-B566-BF187D88C530}" type="pres">
      <dgm:prSet presAssocID="{E6014075-F96D-4305-ACA5-68EEE83B75CF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DFC07959-1A2A-4179-A466-2F3D5F047844}" type="pres">
      <dgm:prSet presAssocID="{F88CDBE3-32AF-469B-8E33-31EF302D4F33}" presName="node" presStyleLbl="node1" presStyleIdx="3" presStyleCnt="5" custScaleX="248255" custScaleY="535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7B9847-3AFD-46E2-965D-FFE2305F1FC8}" type="pres">
      <dgm:prSet presAssocID="{347EC28A-F987-4619-8E1D-CD20EE184486}" presName="sibTrans" presStyleLbl="sibTrans2D1" presStyleIdx="3" presStyleCnt="4"/>
      <dgm:spPr/>
      <dgm:t>
        <a:bodyPr/>
        <a:lstStyle/>
        <a:p>
          <a:endParaRPr lang="en-US"/>
        </a:p>
      </dgm:t>
    </dgm:pt>
    <dgm:pt modelId="{6D70FA7A-88F2-4AA6-B699-36386A8F0D6B}" type="pres">
      <dgm:prSet presAssocID="{347EC28A-F987-4619-8E1D-CD20EE184486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1CCA2FED-5D79-43D1-BCF7-30B2A6ADFD5D}" type="pres">
      <dgm:prSet presAssocID="{E350610A-70E2-4C4E-863C-4C8E7FEAA024}" presName="node" presStyleLbl="node1" presStyleIdx="4" presStyleCnt="5" custScaleX="248255" custScaleY="535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DF91E9-161F-436F-96A2-2C5BD9994AA1}" type="presOf" srcId="{347EC28A-F987-4619-8E1D-CD20EE184486}" destId="{6D70FA7A-88F2-4AA6-B699-36386A8F0D6B}" srcOrd="1" destOrd="0" presId="urn:microsoft.com/office/officeart/2005/8/layout/process2"/>
    <dgm:cxn modelId="{3A172892-7DAF-49B4-87CD-1F1DEEF731F8}" srcId="{0DB21B27-B356-4E55-BD21-47BA886EDE5D}" destId="{A07BF2C2-4AD3-4653-B288-5859ED905CF1}" srcOrd="2" destOrd="0" parTransId="{0B59D026-769D-4C74-9E67-96C81E3E3116}" sibTransId="{E6014075-F96D-4305-ACA5-68EEE83B75CF}"/>
    <dgm:cxn modelId="{C040DDAC-C47C-462A-A693-7FB32C5B60F8}" type="presOf" srcId="{F88CDBE3-32AF-469B-8E33-31EF302D4F33}" destId="{DFC07959-1A2A-4179-A466-2F3D5F047844}" srcOrd="0" destOrd="0" presId="urn:microsoft.com/office/officeart/2005/8/layout/process2"/>
    <dgm:cxn modelId="{2EB6C79D-7C52-4E72-8AF4-4506080D62D5}" type="presOf" srcId="{2995A3A7-7A3C-4A0D-8B88-2219F823DFF8}" destId="{22CFD6EA-E0AC-4917-8E5E-07C89DF85963}" srcOrd="1" destOrd="0" presId="urn:microsoft.com/office/officeart/2005/8/layout/process2"/>
    <dgm:cxn modelId="{B6529AE8-BC06-4B4D-9D11-C46544448E02}" type="presOf" srcId="{E6014075-F96D-4305-ACA5-68EEE83B75CF}" destId="{0864B3CB-A805-4A5C-B566-BF187D88C530}" srcOrd="1" destOrd="0" presId="urn:microsoft.com/office/officeart/2005/8/layout/process2"/>
    <dgm:cxn modelId="{6DC31D83-0358-45EE-AD0D-1172747E1CC2}" type="presOf" srcId="{921AEDF5-A24E-4731-8AED-D28D05263CEC}" destId="{94BDF2BD-9216-4AC6-A5FF-F01789F46AD0}" srcOrd="0" destOrd="0" presId="urn:microsoft.com/office/officeart/2005/8/layout/process2"/>
    <dgm:cxn modelId="{4EB772F3-4AC8-4608-87D6-18DCD1D04F0F}" type="presOf" srcId="{0DB21B27-B356-4E55-BD21-47BA886EDE5D}" destId="{446B59D6-5F75-4CC0-98EC-005CDD88D028}" srcOrd="0" destOrd="0" presId="urn:microsoft.com/office/officeart/2005/8/layout/process2"/>
    <dgm:cxn modelId="{070C9C14-9D79-4645-B9B3-DF653DC516C4}" type="presOf" srcId="{0384BBA4-07A0-4EA0-BEB4-ED6ADE35FE5C}" destId="{884A886A-0510-435B-B0E6-AAC86ABBE44B}" srcOrd="0" destOrd="0" presId="urn:microsoft.com/office/officeart/2005/8/layout/process2"/>
    <dgm:cxn modelId="{8DFAD923-BFF5-4A87-BE9B-CEBAB98F884F}" type="presOf" srcId="{103CFE3B-F114-4924-BB16-9D0BD0159096}" destId="{7F578400-6666-4380-9339-76C8CAEB16ED}" srcOrd="1" destOrd="0" presId="urn:microsoft.com/office/officeart/2005/8/layout/process2"/>
    <dgm:cxn modelId="{ADC21EC2-750B-438B-A759-024A6FD33B92}" srcId="{0DB21B27-B356-4E55-BD21-47BA886EDE5D}" destId="{F88CDBE3-32AF-469B-8E33-31EF302D4F33}" srcOrd="3" destOrd="0" parTransId="{D1A7ECC0-BBBB-425D-A205-9D3DE418FA13}" sibTransId="{347EC28A-F987-4619-8E1D-CD20EE184486}"/>
    <dgm:cxn modelId="{971D2394-8858-480A-9AAA-BD63C2E16FAC}" srcId="{0DB21B27-B356-4E55-BD21-47BA886EDE5D}" destId="{921AEDF5-A24E-4731-8AED-D28D05263CEC}" srcOrd="0" destOrd="0" parTransId="{BB4D41EE-570B-4D17-A858-C60436AD7EEE}" sibTransId="{2995A3A7-7A3C-4A0D-8B88-2219F823DFF8}"/>
    <dgm:cxn modelId="{2112F254-EE7E-40D6-921B-5BB336AF85BA}" type="presOf" srcId="{347EC28A-F987-4619-8E1D-CD20EE184486}" destId="{687B9847-3AFD-46E2-965D-FFE2305F1FC8}" srcOrd="0" destOrd="0" presId="urn:microsoft.com/office/officeart/2005/8/layout/process2"/>
    <dgm:cxn modelId="{1454ED38-CE08-41E3-AD72-51FDA142B235}" type="presOf" srcId="{2995A3A7-7A3C-4A0D-8B88-2219F823DFF8}" destId="{72B1EE94-B61B-4C64-894D-4736501B232F}" srcOrd="0" destOrd="0" presId="urn:microsoft.com/office/officeart/2005/8/layout/process2"/>
    <dgm:cxn modelId="{B524940D-BD45-443E-A92F-D15AA93D6DE1}" srcId="{0DB21B27-B356-4E55-BD21-47BA886EDE5D}" destId="{0384BBA4-07A0-4EA0-BEB4-ED6ADE35FE5C}" srcOrd="1" destOrd="0" parTransId="{540BB5AA-8F29-4630-8B57-3B67FBCA2D74}" sibTransId="{103CFE3B-F114-4924-BB16-9D0BD0159096}"/>
    <dgm:cxn modelId="{DA04F8BB-F130-4581-90D4-A9489CBD4C25}" type="presOf" srcId="{103CFE3B-F114-4924-BB16-9D0BD0159096}" destId="{01FED30E-CA99-4E98-902F-86DD47361D06}" srcOrd="0" destOrd="0" presId="urn:microsoft.com/office/officeart/2005/8/layout/process2"/>
    <dgm:cxn modelId="{A286A1BB-CD57-43D5-BED9-B7CA43B080F3}" type="presOf" srcId="{E350610A-70E2-4C4E-863C-4C8E7FEAA024}" destId="{1CCA2FED-5D79-43D1-BCF7-30B2A6ADFD5D}" srcOrd="0" destOrd="0" presId="urn:microsoft.com/office/officeart/2005/8/layout/process2"/>
    <dgm:cxn modelId="{DD1BEC86-273C-4867-88E3-300DD4A4CB88}" type="presOf" srcId="{E6014075-F96D-4305-ACA5-68EEE83B75CF}" destId="{EFBC9B34-4DA4-4D16-8773-9019E0251ED7}" srcOrd="0" destOrd="0" presId="urn:microsoft.com/office/officeart/2005/8/layout/process2"/>
    <dgm:cxn modelId="{77219AE1-90C3-4FB5-9EEB-8CE49BA94436}" type="presOf" srcId="{A07BF2C2-4AD3-4653-B288-5859ED905CF1}" destId="{B91174BD-F678-443B-AE39-D8BA02053058}" srcOrd="0" destOrd="0" presId="urn:microsoft.com/office/officeart/2005/8/layout/process2"/>
    <dgm:cxn modelId="{10BA57C7-705D-449D-B4E0-081AB30329A4}" srcId="{0DB21B27-B356-4E55-BD21-47BA886EDE5D}" destId="{E350610A-70E2-4C4E-863C-4C8E7FEAA024}" srcOrd="4" destOrd="0" parTransId="{E921CB4C-939C-476E-B55E-F4FC3A767A7A}" sibTransId="{1CB73BB7-84F3-48E0-9FC8-BDC3C1B687D5}"/>
    <dgm:cxn modelId="{6DDE7BE2-6096-4EB6-BE58-777383230AC2}" type="presParOf" srcId="{446B59D6-5F75-4CC0-98EC-005CDD88D028}" destId="{94BDF2BD-9216-4AC6-A5FF-F01789F46AD0}" srcOrd="0" destOrd="0" presId="urn:microsoft.com/office/officeart/2005/8/layout/process2"/>
    <dgm:cxn modelId="{A7A322A1-F872-4FDE-B865-CEB72653DF47}" type="presParOf" srcId="{446B59D6-5F75-4CC0-98EC-005CDD88D028}" destId="{72B1EE94-B61B-4C64-894D-4736501B232F}" srcOrd="1" destOrd="0" presId="urn:microsoft.com/office/officeart/2005/8/layout/process2"/>
    <dgm:cxn modelId="{75494AE5-D5F4-4312-828A-3842FA5F341C}" type="presParOf" srcId="{72B1EE94-B61B-4C64-894D-4736501B232F}" destId="{22CFD6EA-E0AC-4917-8E5E-07C89DF85963}" srcOrd="0" destOrd="0" presId="urn:microsoft.com/office/officeart/2005/8/layout/process2"/>
    <dgm:cxn modelId="{3878064D-9D73-486F-9FA3-13262C417E4A}" type="presParOf" srcId="{446B59D6-5F75-4CC0-98EC-005CDD88D028}" destId="{884A886A-0510-435B-B0E6-AAC86ABBE44B}" srcOrd="2" destOrd="0" presId="urn:microsoft.com/office/officeart/2005/8/layout/process2"/>
    <dgm:cxn modelId="{B99C935D-43C0-405C-A3C3-1CEECF67871F}" type="presParOf" srcId="{446B59D6-5F75-4CC0-98EC-005CDD88D028}" destId="{01FED30E-CA99-4E98-902F-86DD47361D06}" srcOrd="3" destOrd="0" presId="urn:microsoft.com/office/officeart/2005/8/layout/process2"/>
    <dgm:cxn modelId="{2595DE3B-0071-4BA8-9016-760677351D05}" type="presParOf" srcId="{01FED30E-CA99-4E98-902F-86DD47361D06}" destId="{7F578400-6666-4380-9339-76C8CAEB16ED}" srcOrd="0" destOrd="0" presId="urn:microsoft.com/office/officeart/2005/8/layout/process2"/>
    <dgm:cxn modelId="{CA15A919-935A-4B5D-AE21-B7D5936DA22B}" type="presParOf" srcId="{446B59D6-5F75-4CC0-98EC-005CDD88D028}" destId="{B91174BD-F678-443B-AE39-D8BA02053058}" srcOrd="4" destOrd="0" presId="urn:microsoft.com/office/officeart/2005/8/layout/process2"/>
    <dgm:cxn modelId="{D73A9883-206F-43C4-AA86-953AD9EDB531}" type="presParOf" srcId="{446B59D6-5F75-4CC0-98EC-005CDD88D028}" destId="{EFBC9B34-4DA4-4D16-8773-9019E0251ED7}" srcOrd="5" destOrd="0" presId="urn:microsoft.com/office/officeart/2005/8/layout/process2"/>
    <dgm:cxn modelId="{53F8060D-DD34-462F-8F4A-54F102A8CC18}" type="presParOf" srcId="{EFBC9B34-4DA4-4D16-8773-9019E0251ED7}" destId="{0864B3CB-A805-4A5C-B566-BF187D88C530}" srcOrd="0" destOrd="0" presId="urn:microsoft.com/office/officeart/2005/8/layout/process2"/>
    <dgm:cxn modelId="{064ECDAE-CCB1-49AB-917C-EA1770BE157D}" type="presParOf" srcId="{446B59D6-5F75-4CC0-98EC-005CDD88D028}" destId="{DFC07959-1A2A-4179-A466-2F3D5F047844}" srcOrd="6" destOrd="0" presId="urn:microsoft.com/office/officeart/2005/8/layout/process2"/>
    <dgm:cxn modelId="{79F6347B-3305-4476-9A36-7D059F1476C7}" type="presParOf" srcId="{446B59D6-5F75-4CC0-98EC-005CDD88D028}" destId="{687B9847-3AFD-46E2-965D-FFE2305F1FC8}" srcOrd="7" destOrd="0" presId="urn:microsoft.com/office/officeart/2005/8/layout/process2"/>
    <dgm:cxn modelId="{CADE2131-A241-4CB7-B9A6-0CBB966C884C}" type="presParOf" srcId="{687B9847-3AFD-46E2-965D-FFE2305F1FC8}" destId="{6D70FA7A-88F2-4AA6-B699-36386A8F0D6B}" srcOrd="0" destOrd="0" presId="urn:microsoft.com/office/officeart/2005/8/layout/process2"/>
    <dgm:cxn modelId="{8F155C90-38A4-4164-B49C-4962CAA14BEF}" type="presParOf" srcId="{446B59D6-5F75-4CC0-98EC-005CDD88D028}" destId="{1CCA2FED-5D79-43D1-BCF7-30B2A6ADFD5D}" srcOrd="8" destOrd="0" presId="urn:microsoft.com/office/officeart/2005/8/layout/process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8067E8-12F4-42F2-990A-CC6BA47ED5A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083197-6DD0-4242-B7E1-95C9D2A041CD}">
      <dgm:prSet phldrT="[Text]"/>
      <dgm:spPr/>
      <dgm:t>
        <a:bodyPr/>
        <a:lstStyle/>
        <a:p>
          <a:r>
            <a:rPr lang="en-US" dirty="0" smtClean="0"/>
            <a:t>Get the data</a:t>
          </a:r>
          <a:endParaRPr lang="en-US" dirty="0"/>
        </a:p>
      </dgm:t>
    </dgm:pt>
    <dgm:pt modelId="{C4384B4D-8FA7-484F-86E0-7B5E626530FD}" type="parTrans" cxnId="{68B96333-5670-4BCB-9430-C6DC7D0801B8}">
      <dgm:prSet/>
      <dgm:spPr/>
      <dgm:t>
        <a:bodyPr/>
        <a:lstStyle/>
        <a:p>
          <a:endParaRPr lang="en-US"/>
        </a:p>
      </dgm:t>
    </dgm:pt>
    <dgm:pt modelId="{5FED7E88-3E8B-4B23-8A8A-B92FF85FCC16}" type="sibTrans" cxnId="{68B96333-5670-4BCB-9430-C6DC7D0801B8}">
      <dgm:prSet/>
      <dgm:spPr/>
      <dgm:t>
        <a:bodyPr/>
        <a:lstStyle/>
        <a:p>
          <a:endParaRPr lang="en-US"/>
        </a:p>
      </dgm:t>
    </dgm:pt>
    <dgm:pt modelId="{600ECD61-BBD0-4AED-AF74-CDE66799D772}">
      <dgm:prSet phldrT="[Text]"/>
      <dgm:spPr/>
      <dgm:t>
        <a:bodyPr/>
        <a:lstStyle/>
        <a:p>
          <a:r>
            <a:rPr lang="en-US" dirty="0" smtClean="0"/>
            <a:t>Enter the data manually</a:t>
          </a:r>
          <a:endParaRPr lang="en-US" dirty="0"/>
        </a:p>
      </dgm:t>
    </dgm:pt>
    <dgm:pt modelId="{072C2D82-A7D1-48D3-8440-C7110F876EA5}" type="parTrans" cxnId="{939A42AA-BF0F-4FB9-AC63-DD69F413F50D}">
      <dgm:prSet/>
      <dgm:spPr/>
      <dgm:t>
        <a:bodyPr/>
        <a:lstStyle/>
        <a:p>
          <a:endParaRPr lang="en-US"/>
        </a:p>
      </dgm:t>
    </dgm:pt>
    <dgm:pt modelId="{E793E985-6417-41AB-BFB6-647CF6DFA835}" type="sibTrans" cxnId="{939A42AA-BF0F-4FB9-AC63-DD69F413F50D}">
      <dgm:prSet/>
      <dgm:spPr/>
      <dgm:t>
        <a:bodyPr/>
        <a:lstStyle/>
        <a:p>
          <a:endParaRPr lang="en-US"/>
        </a:p>
      </dgm:t>
    </dgm:pt>
    <dgm:pt modelId="{A914292F-76DD-42AB-9556-6E63423AAA83}">
      <dgm:prSet phldrT="[Text]"/>
      <dgm:spPr/>
      <dgm:t>
        <a:bodyPr/>
        <a:lstStyle/>
        <a:p>
          <a:r>
            <a:rPr lang="en-US" dirty="0" smtClean="0"/>
            <a:t>Import the data</a:t>
          </a:r>
          <a:endParaRPr lang="en-US" dirty="0"/>
        </a:p>
      </dgm:t>
    </dgm:pt>
    <dgm:pt modelId="{0DC5B3D4-D9CA-42F9-B519-6DEE6D27D5F6}" type="parTrans" cxnId="{ED6C9D6C-2734-4F9F-BD40-690A379B55F8}">
      <dgm:prSet/>
      <dgm:spPr/>
      <dgm:t>
        <a:bodyPr/>
        <a:lstStyle/>
        <a:p>
          <a:endParaRPr lang="en-US"/>
        </a:p>
      </dgm:t>
    </dgm:pt>
    <dgm:pt modelId="{51B7C6EA-A1AE-4AA7-9DBB-B80FBB63D877}" type="sibTrans" cxnId="{ED6C9D6C-2734-4F9F-BD40-690A379B55F8}">
      <dgm:prSet/>
      <dgm:spPr/>
      <dgm:t>
        <a:bodyPr/>
        <a:lstStyle/>
        <a:p>
          <a:endParaRPr lang="en-US"/>
        </a:p>
      </dgm:t>
    </dgm:pt>
    <dgm:pt modelId="{D2D01D79-A7E4-4016-AF6D-B650A7F222C1}">
      <dgm:prSet phldrT="[Text]"/>
      <dgm:spPr/>
      <dgm:t>
        <a:bodyPr/>
        <a:lstStyle/>
        <a:p>
          <a:r>
            <a:rPr lang="en-US" dirty="0" smtClean="0"/>
            <a:t>Prepare the data</a:t>
          </a:r>
          <a:endParaRPr lang="en-US" dirty="0"/>
        </a:p>
      </dgm:t>
    </dgm:pt>
    <dgm:pt modelId="{E91507F7-5FFD-464C-861C-F206E89443E6}" type="parTrans" cxnId="{D0A3F811-FC59-49C1-9A1B-99B0731B395E}">
      <dgm:prSet/>
      <dgm:spPr/>
      <dgm:t>
        <a:bodyPr/>
        <a:lstStyle/>
        <a:p>
          <a:endParaRPr lang="en-US"/>
        </a:p>
      </dgm:t>
    </dgm:pt>
    <dgm:pt modelId="{D87558EB-BBA9-49A6-A714-6195140844A1}" type="sibTrans" cxnId="{D0A3F811-FC59-49C1-9A1B-99B0731B395E}">
      <dgm:prSet/>
      <dgm:spPr/>
      <dgm:t>
        <a:bodyPr/>
        <a:lstStyle/>
        <a:p>
          <a:endParaRPr lang="en-US"/>
        </a:p>
      </dgm:t>
    </dgm:pt>
    <dgm:pt modelId="{0D11477F-94B4-4FB4-AA20-EA8FC83537BB}">
      <dgm:prSet phldrT="[Text]"/>
      <dgm:spPr/>
      <dgm:t>
        <a:bodyPr/>
        <a:lstStyle/>
        <a:p>
          <a:r>
            <a:rPr lang="en-US" dirty="0" smtClean="0"/>
            <a:t>add columns</a:t>
          </a:r>
          <a:endParaRPr lang="en-US" dirty="0"/>
        </a:p>
      </dgm:t>
    </dgm:pt>
    <dgm:pt modelId="{99456752-E625-4758-8DA9-8E3421D35A26}" type="parTrans" cxnId="{66F89E5B-2030-4811-88C2-B1A682DE0643}">
      <dgm:prSet/>
      <dgm:spPr/>
      <dgm:t>
        <a:bodyPr/>
        <a:lstStyle/>
        <a:p>
          <a:endParaRPr lang="en-US"/>
        </a:p>
      </dgm:t>
    </dgm:pt>
    <dgm:pt modelId="{AE1A5BA7-88DD-4663-958D-C7D7C30DF6B4}" type="sibTrans" cxnId="{66F89E5B-2030-4811-88C2-B1A682DE0643}">
      <dgm:prSet/>
      <dgm:spPr/>
      <dgm:t>
        <a:bodyPr/>
        <a:lstStyle/>
        <a:p>
          <a:endParaRPr lang="en-US"/>
        </a:p>
      </dgm:t>
    </dgm:pt>
    <dgm:pt modelId="{41404E78-E84C-4196-A309-00DAC2567E9D}">
      <dgm:prSet phldrT="[Text]"/>
      <dgm:spPr/>
      <dgm:t>
        <a:bodyPr/>
        <a:lstStyle/>
        <a:p>
          <a:r>
            <a:rPr lang="en-US" dirty="0" smtClean="0"/>
            <a:t> clean missing data</a:t>
          </a:r>
          <a:endParaRPr lang="en-US" dirty="0"/>
        </a:p>
      </dgm:t>
    </dgm:pt>
    <dgm:pt modelId="{54B8748E-6CCE-4AA8-8848-4479ED04223D}" type="parTrans" cxnId="{93712D57-BD11-47A9-AEEC-EC3039583DB1}">
      <dgm:prSet/>
      <dgm:spPr/>
      <dgm:t>
        <a:bodyPr/>
        <a:lstStyle/>
        <a:p>
          <a:endParaRPr lang="en-US"/>
        </a:p>
      </dgm:t>
    </dgm:pt>
    <dgm:pt modelId="{5F280E29-101D-459D-9CA6-965A92CC49BE}" type="sibTrans" cxnId="{93712D57-BD11-47A9-AEEC-EC3039583DB1}">
      <dgm:prSet/>
      <dgm:spPr/>
      <dgm:t>
        <a:bodyPr/>
        <a:lstStyle/>
        <a:p>
          <a:endParaRPr lang="en-US"/>
        </a:p>
      </dgm:t>
    </dgm:pt>
    <dgm:pt modelId="{7BE07897-1706-4749-A92F-281B5CF684D9}">
      <dgm:prSet phldrT="[Text]"/>
      <dgm:spPr/>
      <dgm:t>
        <a:bodyPr/>
        <a:lstStyle/>
        <a:p>
          <a:r>
            <a:rPr lang="en-US" dirty="0" smtClean="0"/>
            <a:t>Feature selection</a:t>
          </a:r>
        </a:p>
      </dgm:t>
    </dgm:pt>
    <dgm:pt modelId="{CE1FA80C-3FC0-4325-A7F8-318E7E39594C}" type="parTrans" cxnId="{2B62203D-DE6C-40B1-AC50-803080B1FCC5}">
      <dgm:prSet/>
      <dgm:spPr/>
      <dgm:t>
        <a:bodyPr/>
        <a:lstStyle/>
        <a:p>
          <a:endParaRPr lang="en-US"/>
        </a:p>
      </dgm:t>
    </dgm:pt>
    <dgm:pt modelId="{0101074A-C251-4FDB-9480-D7567AC729F2}" type="sibTrans" cxnId="{2B62203D-DE6C-40B1-AC50-803080B1FCC5}">
      <dgm:prSet/>
      <dgm:spPr/>
      <dgm:t>
        <a:bodyPr/>
        <a:lstStyle/>
        <a:p>
          <a:endParaRPr lang="en-US"/>
        </a:p>
      </dgm:t>
    </dgm:pt>
    <dgm:pt modelId="{44A3AA6B-C93D-4DFB-AAFA-22D2A4C3F159}">
      <dgm:prSet phldrT="[Text]"/>
      <dgm:spPr/>
      <dgm:t>
        <a:bodyPr/>
        <a:lstStyle/>
        <a:p>
          <a:r>
            <a:rPr lang="en-US" dirty="0" smtClean="0"/>
            <a:t>Principal component Analysis</a:t>
          </a:r>
          <a:endParaRPr lang="en-US" dirty="0"/>
        </a:p>
      </dgm:t>
    </dgm:pt>
    <dgm:pt modelId="{1F7F2241-7899-4243-92AD-D8CB3F2B4151}" type="parTrans" cxnId="{2996733F-0561-4A28-999A-22A8C826E93D}">
      <dgm:prSet/>
      <dgm:spPr/>
      <dgm:t>
        <a:bodyPr/>
        <a:lstStyle/>
        <a:p>
          <a:endParaRPr lang="en-US"/>
        </a:p>
      </dgm:t>
    </dgm:pt>
    <dgm:pt modelId="{57CA9D49-8404-44CC-BC99-6EC1B93EE578}" type="sibTrans" cxnId="{2996733F-0561-4A28-999A-22A8C826E93D}">
      <dgm:prSet/>
      <dgm:spPr/>
      <dgm:t>
        <a:bodyPr/>
        <a:lstStyle/>
        <a:p>
          <a:endParaRPr lang="en-US"/>
        </a:p>
      </dgm:t>
    </dgm:pt>
    <dgm:pt modelId="{B77AE292-9B28-467F-A70B-BDFD88FF7C52}">
      <dgm:prSet phldrT="[Text]"/>
      <dgm:spPr/>
      <dgm:t>
        <a:bodyPr/>
        <a:lstStyle/>
        <a:p>
          <a:r>
            <a:rPr lang="en-US" dirty="0" smtClean="0"/>
            <a:t>Filter based feature selection</a:t>
          </a:r>
          <a:endParaRPr lang="en-US" dirty="0"/>
        </a:p>
      </dgm:t>
    </dgm:pt>
    <dgm:pt modelId="{F10FBA30-21D7-40CD-A8E5-5ACBEEB1B33B}" type="parTrans" cxnId="{76A1538D-768B-48EE-9B1C-5C7DB5509432}">
      <dgm:prSet/>
      <dgm:spPr/>
      <dgm:t>
        <a:bodyPr/>
        <a:lstStyle/>
        <a:p>
          <a:endParaRPr lang="en-US"/>
        </a:p>
      </dgm:t>
    </dgm:pt>
    <dgm:pt modelId="{BB682AEA-DE82-418D-AAA4-1A9B26CFE9EE}" type="sibTrans" cxnId="{76A1538D-768B-48EE-9B1C-5C7DB5509432}">
      <dgm:prSet/>
      <dgm:spPr/>
      <dgm:t>
        <a:bodyPr/>
        <a:lstStyle/>
        <a:p>
          <a:endParaRPr lang="en-US"/>
        </a:p>
      </dgm:t>
    </dgm:pt>
    <dgm:pt modelId="{D963C517-4D13-4F91-9B99-D2328B6005C2}">
      <dgm:prSet phldrT="[Text]"/>
      <dgm:spPr/>
      <dgm:t>
        <a:bodyPr/>
        <a:lstStyle/>
        <a:p>
          <a:r>
            <a:rPr lang="en-US" dirty="0" smtClean="0"/>
            <a:t>Unpack Zipped dataset</a:t>
          </a:r>
          <a:endParaRPr lang="en-US" dirty="0"/>
        </a:p>
      </dgm:t>
    </dgm:pt>
    <dgm:pt modelId="{8FEC3690-0AB1-445A-B78A-88447CF3F1AC}" type="parTrans" cxnId="{0932161D-F75B-4FC3-9B41-2BF3774A184E}">
      <dgm:prSet/>
      <dgm:spPr/>
      <dgm:t>
        <a:bodyPr/>
        <a:lstStyle/>
        <a:p>
          <a:endParaRPr lang="en-US"/>
        </a:p>
      </dgm:t>
    </dgm:pt>
    <dgm:pt modelId="{19511E74-7D16-4E94-BE3B-5B723D3FE7D4}" type="sibTrans" cxnId="{0932161D-F75B-4FC3-9B41-2BF3774A184E}">
      <dgm:prSet/>
      <dgm:spPr/>
      <dgm:t>
        <a:bodyPr/>
        <a:lstStyle/>
        <a:p>
          <a:endParaRPr lang="en-US"/>
        </a:p>
      </dgm:t>
    </dgm:pt>
    <dgm:pt modelId="{A16B5683-60D8-4EB8-AF55-1FF43F4867B7}">
      <dgm:prSet phldrT="[Text]"/>
      <dgm:spPr/>
      <dgm:t>
        <a:bodyPr/>
        <a:lstStyle/>
        <a:p>
          <a:endParaRPr lang="en-US" dirty="0"/>
        </a:p>
      </dgm:t>
    </dgm:pt>
    <dgm:pt modelId="{7CCED7CE-90FB-4A9E-A6C4-C2B08E19485A}" type="parTrans" cxnId="{59C113E7-90C2-4D2F-9123-39F4698F7B93}">
      <dgm:prSet/>
      <dgm:spPr/>
      <dgm:t>
        <a:bodyPr/>
        <a:lstStyle/>
        <a:p>
          <a:endParaRPr lang="en-US"/>
        </a:p>
      </dgm:t>
    </dgm:pt>
    <dgm:pt modelId="{6AB5144D-504F-44B0-B1EA-D911F5E6A1E7}" type="sibTrans" cxnId="{59C113E7-90C2-4D2F-9123-39F4698F7B93}">
      <dgm:prSet/>
      <dgm:spPr/>
      <dgm:t>
        <a:bodyPr/>
        <a:lstStyle/>
        <a:p>
          <a:endParaRPr lang="en-US"/>
        </a:p>
      </dgm:t>
    </dgm:pt>
    <dgm:pt modelId="{686F7098-EBF7-4B2F-ACED-66019B782DF6}">
      <dgm:prSet phldrT="[Text]"/>
      <dgm:spPr/>
      <dgm:t>
        <a:bodyPr/>
        <a:lstStyle/>
        <a:p>
          <a:r>
            <a:rPr lang="en-US" dirty="0" smtClean="0"/>
            <a:t>Fisher linear </a:t>
          </a:r>
          <a:r>
            <a:rPr lang="en-US" dirty="0" err="1" smtClean="0"/>
            <a:t>discriminant</a:t>
          </a:r>
          <a:r>
            <a:rPr lang="en-US" dirty="0" smtClean="0"/>
            <a:t>  analysis</a:t>
          </a:r>
          <a:endParaRPr lang="en-US" dirty="0"/>
        </a:p>
      </dgm:t>
    </dgm:pt>
    <dgm:pt modelId="{0AA0DF17-24DB-46EB-9DAE-0E0F19ED98F5}" type="parTrans" cxnId="{E021C40D-4D54-428B-964E-1F8532FB4A2A}">
      <dgm:prSet/>
      <dgm:spPr/>
      <dgm:t>
        <a:bodyPr/>
        <a:lstStyle/>
        <a:p>
          <a:endParaRPr lang="en-US"/>
        </a:p>
      </dgm:t>
    </dgm:pt>
    <dgm:pt modelId="{160AAFD9-B495-445D-B662-860A4F98525A}" type="sibTrans" cxnId="{E021C40D-4D54-428B-964E-1F8532FB4A2A}">
      <dgm:prSet/>
      <dgm:spPr/>
      <dgm:t>
        <a:bodyPr/>
        <a:lstStyle/>
        <a:p>
          <a:endParaRPr lang="en-US"/>
        </a:p>
      </dgm:t>
    </dgm:pt>
    <dgm:pt modelId="{99FFEACE-665E-464C-8E90-D442F5C47844}">
      <dgm:prSet phldrT="[Text]"/>
      <dgm:spPr/>
      <dgm:t>
        <a:bodyPr/>
        <a:lstStyle/>
        <a:p>
          <a:r>
            <a:rPr lang="en-US" dirty="0" smtClean="0"/>
            <a:t>Permutation feature </a:t>
          </a:r>
          <a:r>
            <a:rPr lang="en-US" dirty="0" err="1" smtClean="0"/>
            <a:t>impoetance</a:t>
          </a:r>
          <a:endParaRPr lang="en-US" dirty="0"/>
        </a:p>
      </dgm:t>
    </dgm:pt>
    <dgm:pt modelId="{2D9024B8-E2FE-421F-A884-BC0BC22A0CFD}" type="parTrans" cxnId="{C8388C45-00D4-4A4E-B1FB-9639E90A49F9}">
      <dgm:prSet/>
      <dgm:spPr/>
      <dgm:t>
        <a:bodyPr/>
        <a:lstStyle/>
        <a:p>
          <a:endParaRPr lang="en-US"/>
        </a:p>
      </dgm:t>
    </dgm:pt>
    <dgm:pt modelId="{D89E450C-7C7C-4B28-B3D0-34B24CC189DE}" type="sibTrans" cxnId="{C8388C45-00D4-4A4E-B1FB-9639E90A49F9}">
      <dgm:prSet/>
      <dgm:spPr/>
      <dgm:t>
        <a:bodyPr/>
        <a:lstStyle/>
        <a:p>
          <a:endParaRPr lang="en-US"/>
        </a:p>
      </dgm:t>
    </dgm:pt>
    <dgm:pt modelId="{1F77FD89-1BB4-4385-9537-E57B24A0D9BC}" type="pres">
      <dgm:prSet presAssocID="{E38067E8-12F4-42F2-990A-CC6BA47ED5A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FC517E-7FE0-4C70-8E04-4C5D348FF594}" type="pres">
      <dgm:prSet presAssocID="{C3083197-6DD0-4242-B7E1-95C9D2A041CD}" presName="linNode" presStyleCnt="0"/>
      <dgm:spPr/>
    </dgm:pt>
    <dgm:pt modelId="{EC7CF773-7342-4A98-853D-FE8805479C94}" type="pres">
      <dgm:prSet presAssocID="{C3083197-6DD0-4242-B7E1-95C9D2A041CD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B1CE2-1179-42DF-8092-AD4E1121679A}" type="pres">
      <dgm:prSet presAssocID="{C3083197-6DD0-4242-B7E1-95C9D2A041CD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1B259E-C9C3-437A-A10D-992CADB902EB}" type="pres">
      <dgm:prSet presAssocID="{5FED7E88-3E8B-4B23-8A8A-B92FF85FCC16}" presName="sp" presStyleCnt="0"/>
      <dgm:spPr/>
    </dgm:pt>
    <dgm:pt modelId="{1F43FEEA-0E4A-4AF2-8045-94E749E297D6}" type="pres">
      <dgm:prSet presAssocID="{D2D01D79-A7E4-4016-AF6D-B650A7F222C1}" presName="linNode" presStyleCnt="0"/>
      <dgm:spPr/>
    </dgm:pt>
    <dgm:pt modelId="{A082209E-201A-4069-8860-C8B95BBB874F}" type="pres">
      <dgm:prSet presAssocID="{D2D01D79-A7E4-4016-AF6D-B650A7F222C1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D1787E-CE26-495F-AF78-6B22097B283F}" type="pres">
      <dgm:prSet presAssocID="{D2D01D79-A7E4-4016-AF6D-B650A7F222C1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3EBD7B-1492-4F87-82DE-563359D3FA18}" type="pres">
      <dgm:prSet presAssocID="{D87558EB-BBA9-49A6-A714-6195140844A1}" presName="sp" presStyleCnt="0"/>
      <dgm:spPr/>
    </dgm:pt>
    <dgm:pt modelId="{2323213C-76F2-4E94-AF2E-BDCFC8974AD2}" type="pres">
      <dgm:prSet presAssocID="{7BE07897-1706-4749-A92F-281B5CF684D9}" presName="linNode" presStyleCnt="0"/>
      <dgm:spPr/>
    </dgm:pt>
    <dgm:pt modelId="{15011C85-478A-48DB-8264-48EC6E1644F9}" type="pres">
      <dgm:prSet presAssocID="{7BE07897-1706-4749-A92F-281B5CF684D9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C09300-31F9-46D3-A388-01680068A601}" type="pres">
      <dgm:prSet presAssocID="{7BE07897-1706-4749-A92F-281B5CF684D9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021C40D-4D54-428B-964E-1F8532FB4A2A}" srcId="{7BE07897-1706-4749-A92F-281B5CF684D9}" destId="{686F7098-EBF7-4B2F-ACED-66019B782DF6}" srcOrd="2" destOrd="0" parTransId="{0AA0DF17-24DB-46EB-9DAE-0E0F19ED98F5}" sibTransId="{160AAFD9-B495-445D-B662-860A4F98525A}"/>
    <dgm:cxn modelId="{9FCD31A5-D88D-49E9-91BC-5A040B451A85}" type="presOf" srcId="{44A3AA6B-C93D-4DFB-AAFA-22D2A4C3F159}" destId="{3CC09300-31F9-46D3-A388-01680068A601}" srcOrd="0" destOrd="0" presId="urn:microsoft.com/office/officeart/2005/8/layout/vList5"/>
    <dgm:cxn modelId="{532506F4-D885-49B4-804C-F72ADCAB7A67}" type="presOf" srcId="{A914292F-76DD-42AB-9556-6E63423AAA83}" destId="{44FB1CE2-1179-42DF-8092-AD4E1121679A}" srcOrd="0" destOrd="1" presId="urn:microsoft.com/office/officeart/2005/8/layout/vList5"/>
    <dgm:cxn modelId="{93712D57-BD11-47A9-AEEC-EC3039583DB1}" srcId="{D2D01D79-A7E4-4016-AF6D-B650A7F222C1}" destId="{41404E78-E84C-4196-A309-00DAC2567E9D}" srcOrd="1" destOrd="0" parTransId="{54B8748E-6CCE-4AA8-8848-4479ED04223D}" sibTransId="{5F280E29-101D-459D-9CA6-965A92CC49BE}"/>
    <dgm:cxn modelId="{D103B17D-4965-4B1D-9260-7440D2EDA3EB}" type="presOf" srcId="{D963C517-4D13-4F91-9B99-D2328B6005C2}" destId="{44FB1CE2-1179-42DF-8092-AD4E1121679A}" srcOrd="0" destOrd="2" presId="urn:microsoft.com/office/officeart/2005/8/layout/vList5"/>
    <dgm:cxn modelId="{2B62203D-DE6C-40B1-AC50-803080B1FCC5}" srcId="{E38067E8-12F4-42F2-990A-CC6BA47ED5A0}" destId="{7BE07897-1706-4749-A92F-281B5CF684D9}" srcOrd="2" destOrd="0" parTransId="{CE1FA80C-3FC0-4325-A7F8-318E7E39594C}" sibTransId="{0101074A-C251-4FDB-9480-D7567AC729F2}"/>
    <dgm:cxn modelId="{8469EF5A-2A7E-4D59-A532-0FEE1A05DC7A}" type="presOf" srcId="{7BE07897-1706-4749-A92F-281B5CF684D9}" destId="{15011C85-478A-48DB-8264-48EC6E1644F9}" srcOrd="0" destOrd="0" presId="urn:microsoft.com/office/officeart/2005/8/layout/vList5"/>
    <dgm:cxn modelId="{85DC399A-3EC7-4A7F-A1DA-A674EF5E730C}" type="presOf" srcId="{600ECD61-BBD0-4AED-AF74-CDE66799D772}" destId="{44FB1CE2-1179-42DF-8092-AD4E1121679A}" srcOrd="0" destOrd="0" presId="urn:microsoft.com/office/officeart/2005/8/layout/vList5"/>
    <dgm:cxn modelId="{EF380E24-3C6A-4A31-9898-FE507A259E58}" type="presOf" srcId="{E38067E8-12F4-42F2-990A-CC6BA47ED5A0}" destId="{1F77FD89-1BB4-4385-9537-E57B24A0D9BC}" srcOrd="0" destOrd="0" presId="urn:microsoft.com/office/officeart/2005/8/layout/vList5"/>
    <dgm:cxn modelId="{250BEC89-61B0-4286-B39D-0F77775F00BE}" type="presOf" srcId="{686F7098-EBF7-4B2F-ACED-66019B782DF6}" destId="{3CC09300-31F9-46D3-A388-01680068A601}" srcOrd="0" destOrd="2" presId="urn:microsoft.com/office/officeart/2005/8/layout/vList5"/>
    <dgm:cxn modelId="{68B96333-5670-4BCB-9430-C6DC7D0801B8}" srcId="{E38067E8-12F4-42F2-990A-CC6BA47ED5A0}" destId="{C3083197-6DD0-4242-B7E1-95C9D2A041CD}" srcOrd="0" destOrd="0" parTransId="{C4384B4D-8FA7-484F-86E0-7B5E626530FD}" sibTransId="{5FED7E88-3E8B-4B23-8A8A-B92FF85FCC16}"/>
    <dgm:cxn modelId="{939A42AA-BF0F-4FB9-AC63-DD69F413F50D}" srcId="{C3083197-6DD0-4242-B7E1-95C9D2A041CD}" destId="{600ECD61-BBD0-4AED-AF74-CDE66799D772}" srcOrd="0" destOrd="0" parTransId="{072C2D82-A7D1-48D3-8440-C7110F876EA5}" sibTransId="{E793E985-6417-41AB-BFB6-647CF6DFA835}"/>
    <dgm:cxn modelId="{247176C7-3DC7-4ED4-AA12-1E4878489C6D}" type="presOf" srcId="{C3083197-6DD0-4242-B7E1-95C9D2A041CD}" destId="{EC7CF773-7342-4A98-853D-FE8805479C94}" srcOrd="0" destOrd="0" presId="urn:microsoft.com/office/officeart/2005/8/layout/vList5"/>
    <dgm:cxn modelId="{76A1538D-768B-48EE-9B1C-5C7DB5509432}" srcId="{7BE07897-1706-4749-A92F-281B5CF684D9}" destId="{B77AE292-9B28-467F-A70B-BDFD88FF7C52}" srcOrd="1" destOrd="0" parTransId="{F10FBA30-21D7-40CD-A8E5-5ACBEEB1B33B}" sibTransId="{BB682AEA-DE82-418D-AAA4-1A9B26CFE9EE}"/>
    <dgm:cxn modelId="{66F89E5B-2030-4811-88C2-B1A682DE0643}" srcId="{D2D01D79-A7E4-4016-AF6D-B650A7F222C1}" destId="{0D11477F-94B4-4FB4-AA20-EA8FC83537BB}" srcOrd="0" destOrd="0" parTransId="{99456752-E625-4758-8DA9-8E3421D35A26}" sibTransId="{AE1A5BA7-88DD-4663-958D-C7D7C30DF6B4}"/>
    <dgm:cxn modelId="{2996733F-0561-4A28-999A-22A8C826E93D}" srcId="{7BE07897-1706-4749-A92F-281B5CF684D9}" destId="{44A3AA6B-C93D-4DFB-AAFA-22D2A4C3F159}" srcOrd="0" destOrd="0" parTransId="{1F7F2241-7899-4243-92AD-D8CB3F2B4151}" sibTransId="{57CA9D49-8404-44CC-BC99-6EC1B93EE578}"/>
    <dgm:cxn modelId="{C8388C45-00D4-4A4E-B1FB-9639E90A49F9}" srcId="{7BE07897-1706-4749-A92F-281B5CF684D9}" destId="{99FFEACE-665E-464C-8E90-D442F5C47844}" srcOrd="3" destOrd="0" parTransId="{2D9024B8-E2FE-421F-A884-BC0BC22A0CFD}" sibTransId="{D89E450C-7C7C-4B28-B3D0-34B24CC189DE}"/>
    <dgm:cxn modelId="{0932161D-F75B-4FC3-9B41-2BF3774A184E}" srcId="{C3083197-6DD0-4242-B7E1-95C9D2A041CD}" destId="{D963C517-4D13-4F91-9B99-D2328B6005C2}" srcOrd="2" destOrd="0" parTransId="{8FEC3690-0AB1-445A-B78A-88447CF3F1AC}" sibTransId="{19511E74-7D16-4E94-BE3B-5B723D3FE7D4}"/>
    <dgm:cxn modelId="{D0A3F811-FC59-49C1-9A1B-99B0731B395E}" srcId="{E38067E8-12F4-42F2-990A-CC6BA47ED5A0}" destId="{D2D01D79-A7E4-4016-AF6D-B650A7F222C1}" srcOrd="1" destOrd="0" parTransId="{E91507F7-5FFD-464C-861C-F206E89443E6}" sibTransId="{D87558EB-BBA9-49A6-A714-6195140844A1}"/>
    <dgm:cxn modelId="{4CD302CA-EDF5-4831-82D9-301E7F8EE491}" type="presOf" srcId="{D2D01D79-A7E4-4016-AF6D-B650A7F222C1}" destId="{A082209E-201A-4069-8860-C8B95BBB874F}" srcOrd="0" destOrd="0" presId="urn:microsoft.com/office/officeart/2005/8/layout/vList5"/>
    <dgm:cxn modelId="{59C113E7-90C2-4D2F-9123-39F4698F7B93}" srcId="{D2D01D79-A7E4-4016-AF6D-B650A7F222C1}" destId="{A16B5683-60D8-4EB8-AF55-1FF43F4867B7}" srcOrd="2" destOrd="0" parTransId="{7CCED7CE-90FB-4A9E-A6C4-C2B08E19485A}" sibTransId="{6AB5144D-504F-44B0-B1EA-D911F5E6A1E7}"/>
    <dgm:cxn modelId="{D0A53D5C-8D85-4D00-8ED7-E4F1D5299551}" type="presOf" srcId="{B77AE292-9B28-467F-A70B-BDFD88FF7C52}" destId="{3CC09300-31F9-46D3-A388-01680068A601}" srcOrd="0" destOrd="1" presId="urn:microsoft.com/office/officeart/2005/8/layout/vList5"/>
    <dgm:cxn modelId="{0E453906-BD18-41AC-A9DA-ADC83892511E}" type="presOf" srcId="{0D11477F-94B4-4FB4-AA20-EA8FC83537BB}" destId="{39D1787E-CE26-495F-AF78-6B22097B283F}" srcOrd="0" destOrd="0" presId="urn:microsoft.com/office/officeart/2005/8/layout/vList5"/>
    <dgm:cxn modelId="{B3014F5C-2F16-45B7-903C-93E42DE7AF4E}" type="presOf" srcId="{A16B5683-60D8-4EB8-AF55-1FF43F4867B7}" destId="{39D1787E-CE26-495F-AF78-6B22097B283F}" srcOrd="0" destOrd="2" presId="urn:microsoft.com/office/officeart/2005/8/layout/vList5"/>
    <dgm:cxn modelId="{ED6C9D6C-2734-4F9F-BD40-690A379B55F8}" srcId="{C3083197-6DD0-4242-B7E1-95C9D2A041CD}" destId="{A914292F-76DD-42AB-9556-6E63423AAA83}" srcOrd="1" destOrd="0" parTransId="{0DC5B3D4-D9CA-42F9-B519-6DEE6D27D5F6}" sibTransId="{51B7C6EA-A1AE-4AA7-9DBB-B80FBB63D877}"/>
    <dgm:cxn modelId="{5085B907-7CFB-4B84-842B-F50FBE10FD15}" type="presOf" srcId="{99FFEACE-665E-464C-8E90-D442F5C47844}" destId="{3CC09300-31F9-46D3-A388-01680068A601}" srcOrd="0" destOrd="3" presId="urn:microsoft.com/office/officeart/2005/8/layout/vList5"/>
    <dgm:cxn modelId="{E9EB9871-00A8-4FFA-8A6D-E63E4B006EDE}" type="presOf" srcId="{41404E78-E84C-4196-A309-00DAC2567E9D}" destId="{39D1787E-CE26-495F-AF78-6B22097B283F}" srcOrd="0" destOrd="1" presId="urn:microsoft.com/office/officeart/2005/8/layout/vList5"/>
    <dgm:cxn modelId="{428964EF-FF05-4622-9A55-DD30C8D2E0B0}" type="presParOf" srcId="{1F77FD89-1BB4-4385-9537-E57B24A0D9BC}" destId="{69FC517E-7FE0-4C70-8E04-4C5D348FF594}" srcOrd="0" destOrd="0" presId="urn:microsoft.com/office/officeart/2005/8/layout/vList5"/>
    <dgm:cxn modelId="{939AB1CE-D5BB-4BBE-9833-EC46B845942E}" type="presParOf" srcId="{69FC517E-7FE0-4C70-8E04-4C5D348FF594}" destId="{EC7CF773-7342-4A98-853D-FE8805479C94}" srcOrd="0" destOrd="0" presId="urn:microsoft.com/office/officeart/2005/8/layout/vList5"/>
    <dgm:cxn modelId="{FD3A5341-3B0E-4C17-99EE-B00105DA935E}" type="presParOf" srcId="{69FC517E-7FE0-4C70-8E04-4C5D348FF594}" destId="{44FB1CE2-1179-42DF-8092-AD4E1121679A}" srcOrd="1" destOrd="0" presId="urn:microsoft.com/office/officeart/2005/8/layout/vList5"/>
    <dgm:cxn modelId="{5FF6DF0F-4F1C-46DD-8544-0B976A795C8F}" type="presParOf" srcId="{1F77FD89-1BB4-4385-9537-E57B24A0D9BC}" destId="{4E1B259E-C9C3-437A-A10D-992CADB902EB}" srcOrd="1" destOrd="0" presId="urn:microsoft.com/office/officeart/2005/8/layout/vList5"/>
    <dgm:cxn modelId="{A6102698-831F-436C-9493-F419974A285B}" type="presParOf" srcId="{1F77FD89-1BB4-4385-9537-E57B24A0D9BC}" destId="{1F43FEEA-0E4A-4AF2-8045-94E749E297D6}" srcOrd="2" destOrd="0" presId="urn:microsoft.com/office/officeart/2005/8/layout/vList5"/>
    <dgm:cxn modelId="{479CFA4B-F082-4FD7-91AD-74074D426F7C}" type="presParOf" srcId="{1F43FEEA-0E4A-4AF2-8045-94E749E297D6}" destId="{A082209E-201A-4069-8860-C8B95BBB874F}" srcOrd="0" destOrd="0" presId="urn:microsoft.com/office/officeart/2005/8/layout/vList5"/>
    <dgm:cxn modelId="{7644786B-537A-452B-9A1A-D9FEBD3C9F26}" type="presParOf" srcId="{1F43FEEA-0E4A-4AF2-8045-94E749E297D6}" destId="{39D1787E-CE26-495F-AF78-6B22097B283F}" srcOrd="1" destOrd="0" presId="urn:microsoft.com/office/officeart/2005/8/layout/vList5"/>
    <dgm:cxn modelId="{A7149698-14E5-4A9B-9D73-41E7D6D1D8F4}" type="presParOf" srcId="{1F77FD89-1BB4-4385-9537-E57B24A0D9BC}" destId="{253EBD7B-1492-4F87-82DE-563359D3FA18}" srcOrd="3" destOrd="0" presId="urn:microsoft.com/office/officeart/2005/8/layout/vList5"/>
    <dgm:cxn modelId="{8BE7D905-9A4D-41F4-AD5A-ADD1897227D0}" type="presParOf" srcId="{1F77FD89-1BB4-4385-9537-E57B24A0D9BC}" destId="{2323213C-76F2-4E94-AF2E-BDCFC8974AD2}" srcOrd="4" destOrd="0" presId="urn:microsoft.com/office/officeart/2005/8/layout/vList5"/>
    <dgm:cxn modelId="{336B7EDE-4243-43D6-A90A-8D38AAC0E46C}" type="presParOf" srcId="{2323213C-76F2-4E94-AF2E-BDCFC8974AD2}" destId="{15011C85-478A-48DB-8264-48EC6E1644F9}" srcOrd="0" destOrd="0" presId="urn:microsoft.com/office/officeart/2005/8/layout/vList5"/>
    <dgm:cxn modelId="{31F866E5-9799-4AF9-A4CB-D7D3CD0BF49A}" type="presParOf" srcId="{2323213C-76F2-4E94-AF2E-BDCFC8974AD2}" destId="{3CC09300-31F9-46D3-A388-01680068A601}" srcOrd="1" destOrd="0" presId="urn:microsoft.com/office/officeart/2005/8/layout/vList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CFE679-65A0-4ABB-9334-2779A83DBA2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990048-016B-43DE-A098-B53E5D39FCB1}">
      <dgm:prSet phldrT="[Text]"/>
      <dgm:spPr/>
      <dgm:t>
        <a:bodyPr/>
        <a:lstStyle/>
        <a:p>
          <a:r>
            <a:rPr lang="en-US" dirty="0" smtClean="0"/>
            <a:t>Choose and apply ML algorithm</a:t>
          </a:r>
          <a:endParaRPr lang="en-US" dirty="0"/>
        </a:p>
      </dgm:t>
    </dgm:pt>
    <dgm:pt modelId="{2379B5FE-BB34-478E-B530-1FEF4A5197F1}" type="parTrans" cxnId="{67B0C834-ED34-464F-A0DA-06C7ECB096BE}">
      <dgm:prSet/>
      <dgm:spPr/>
      <dgm:t>
        <a:bodyPr/>
        <a:lstStyle/>
        <a:p>
          <a:endParaRPr lang="en-US"/>
        </a:p>
      </dgm:t>
    </dgm:pt>
    <dgm:pt modelId="{10A73B2C-CE7D-4FC1-B3B0-8A04C42A8D3D}" type="sibTrans" cxnId="{67B0C834-ED34-464F-A0DA-06C7ECB096BE}">
      <dgm:prSet/>
      <dgm:spPr/>
      <dgm:t>
        <a:bodyPr/>
        <a:lstStyle/>
        <a:p>
          <a:endParaRPr lang="en-US"/>
        </a:p>
      </dgm:t>
    </dgm:pt>
    <dgm:pt modelId="{0788B897-0A10-463C-8B16-51E888650E08}">
      <dgm:prSet phldrT="[Text]"/>
      <dgm:spPr/>
      <dgm:t>
        <a:bodyPr/>
        <a:lstStyle/>
        <a:p>
          <a:r>
            <a:rPr lang="en-US" dirty="0" err="1" smtClean="0"/>
            <a:t>Clustesr</a:t>
          </a:r>
          <a:endParaRPr lang="en-US" dirty="0"/>
        </a:p>
      </dgm:t>
    </dgm:pt>
    <dgm:pt modelId="{E1ACF33D-7C5D-4EAC-9B99-ACE9884D99BD}" type="parTrans" cxnId="{67446B60-7CC4-441F-83A2-05DA9CDF4779}">
      <dgm:prSet/>
      <dgm:spPr/>
      <dgm:t>
        <a:bodyPr/>
        <a:lstStyle/>
        <a:p>
          <a:endParaRPr lang="en-US"/>
        </a:p>
      </dgm:t>
    </dgm:pt>
    <dgm:pt modelId="{4DA5F7A5-0646-44D5-A085-F858361C5A75}" type="sibTrans" cxnId="{67446B60-7CC4-441F-83A2-05DA9CDF4779}">
      <dgm:prSet/>
      <dgm:spPr/>
      <dgm:t>
        <a:bodyPr/>
        <a:lstStyle/>
        <a:p>
          <a:endParaRPr lang="en-US"/>
        </a:p>
      </dgm:t>
    </dgm:pt>
    <dgm:pt modelId="{CEEB77E4-9FB4-4B31-93F9-CA44D0A08986}">
      <dgm:prSet phldrT="[Text]"/>
      <dgm:spPr/>
      <dgm:t>
        <a:bodyPr/>
        <a:lstStyle/>
        <a:p>
          <a:r>
            <a:rPr lang="en-US" dirty="0" smtClean="0"/>
            <a:t>Regression</a:t>
          </a:r>
          <a:endParaRPr lang="en-US" dirty="0"/>
        </a:p>
      </dgm:t>
    </dgm:pt>
    <dgm:pt modelId="{BF5632F7-BFFC-47D8-A7BA-6591BA3158F3}" type="parTrans" cxnId="{B3D7DE1D-3550-4DC8-8F3F-5E41F2E56757}">
      <dgm:prSet/>
      <dgm:spPr/>
      <dgm:t>
        <a:bodyPr/>
        <a:lstStyle/>
        <a:p>
          <a:endParaRPr lang="en-US"/>
        </a:p>
      </dgm:t>
    </dgm:pt>
    <dgm:pt modelId="{89332C40-DDD1-4873-B9ED-52C7B7725E62}" type="sibTrans" cxnId="{B3D7DE1D-3550-4DC8-8F3F-5E41F2E56757}">
      <dgm:prSet/>
      <dgm:spPr/>
      <dgm:t>
        <a:bodyPr/>
        <a:lstStyle/>
        <a:p>
          <a:endParaRPr lang="en-US"/>
        </a:p>
      </dgm:t>
    </dgm:pt>
    <dgm:pt modelId="{21BEDFB7-EC5B-40D0-B8D2-A755954D437A}">
      <dgm:prSet phldrT="[Text]"/>
      <dgm:spPr/>
      <dgm:t>
        <a:bodyPr/>
        <a:lstStyle/>
        <a:p>
          <a:r>
            <a:rPr lang="en-US" dirty="0" smtClean="0"/>
            <a:t>Train and evaluate the model</a:t>
          </a:r>
          <a:endParaRPr lang="en-US" dirty="0"/>
        </a:p>
      </dgm:t>
    </dgm:pt>
    <dgm:pt modelId="{223E785C-670D-4DE9-8E5B-B28973F008F6}" type="parTrans" cxnId="{439F10BD-29CA-4737-8FD0-3117D0D8AA46}">
      <dgm:prSet/>
      <dgm:spPr/>
      <dgm:t>
        <a:bodyPr/>
        <a:lstStyle/>
        <a:p>
          <a:endParaRPr lang="en-US"/>
        </a:p>
      </dgm:t>
    </dgm:pt>
    <dgm:pt modelId="{8008E951-ED9C-40D0-A046-1154748F68FC}" type="sibTrans" cxnId="{439F10BD-29CA-4737-8FD0-3117D0D8AA46}">
      <dgm:prSet/>
      <dgm:spPr/>
      <dgm:t>
        <a:bodyPr/>
        <a:lstStyle/>
        <a:p>
          <a:endParaRPr lang="en-US"/>
        </a:p>
      </dgm:t>
    </dgm:pt>
    <dgm:pt modelId="{6EE2879E-6D22-4674-B85A-2C949F7458A5}">
      <dgm:prSet phldrT="[Text]"/>
      <dgm:spPr/>
      <dgm:t>
        <a:bodyPr/>
        <a:lstStyle/>
        <a:p>
          <a:r>
            <a:rPr lang="en-US" dirty="0" smtClean="0"/>
            <a:t>Train the model</a:t>
          </a:r>
          <a:endParaRPr lang="en-US" dirty="0"/>
        </a:p>
      </dgm:t>
    </dgm:pt>
    <dgm:pt modelId="{66B587AD-106A-4E6B-B36B-E70D474C6BEB}" type="parTrans" cxnId="{77A96436-5E75-40FD-B7F2-56B74F8A5AB5}">
      <dgm:prSet/>
      <dgm:spPr/>
      <dgm:t>
        <a:bodyPr/>
        <a:lstStyle/>
        <a:p>
          <a:endParaRPr lang="en-US"/>
        </a:p>
      </dgm:t>
    </dgm:pt>
    <dgm:pt modelId="{874F8F10-B5EC-4DE6-9067-295E574A15F6}" type="sibTrans" cxnId="{77A96436-5E75-40FD-B7F2-56B74F8A5AB5}">
      <dgm:prSet/>
      <dgm:spPr/>
      <dgm:t>
        <a:bodyPr/>
        <a:lstStyle/>
        <a:p>
          <a:endParaRPr lang="en-US"/>
        </a:p>
      </dgm:t>
    </dgm:pt>
    <dgm:pt modelId="{7F7BA76A-82DF-448D-85AD-D18B54C2E8E0}">
      <dgm:prSet phldrT="[Text]"/>
      <dgm:spPr/>
      <dgm:t>
        <a:bodyPr/>
        <a:lstStyle/>
        <a:p>
          <a:r>
            <a:rPr lang="en-US" dirty="0" smtClean="0"/>
            <a:t>Score the model</a:t>
          </a:r>
          <a:endParaRPr lang="en-US" dirty="0"/>
        </a:p>
      </dgm:t>
    </dgm:pt>
    <dgm:pt modelId="{B101B812-5DD8-4A33-97E8-7B7D6F8A3010}" type="parTrans" cxnId="{BB62B216-C35F-438B-A366-C46F5FE0EDAF}">
      <dgm:prSet/>
      <dgm:spPr/>
      <dgm:t>
        <a:bodyPr/>
        <a:lstStyle/>
        <a:p>
          <a:endParaRPr lang="en-US"/>
        </a:p>
      </dgm:t>
    </dgm:pt>
    <dgm:pt modelId="{C98BD384-C9D3-4BF1-AE28-0038BD992692}" type="sibTrans" cxnId="{BB62B216-C35F-438B-A366-C46F5FE0EDAF}">
      <dgm:prSet/>
      <dgm:spPr/>
      <dgm:t>
        <a:bodyPr/>
        <a:lstStyle/>
        <a:p>
          <a:endParaRPr lang="en-US"/>
        </a:p>
      </dgm:t>
    </dgm:pt>
    <dgm:pt modelId="{5858C946-ED57-4129-9789-DA66331453D6}">
      <dgm:prSet phldrT="[Text]" phldr="1"/>
      <dgm:spPr/>
      <dgm:t>
        <a:bodyPr/>
        <a:lstStyle/>
        <a:p>
          <a:endParaRPr lang="en-US"/>
        </a:p>
      </dgm:t>
    </dgm:pt>
    <dgm:pt modelId="{D4DDDF3D-B001-4738-AE1C-0F3A20742E1C}" type="parTrans" cxnId="{8735C253-E33F-4BCE-926D-6A88554190F9}">
      <dgm:prSet/>
      <dgm:spPr/>
      <dgm:t>
        <a:bodyPr/>
        <a:lstStyle/>
        <a:p>
          <a:endParaRPr lang="en-US"/>
        </a:p>
      </dgm:t>
    </dgm:pt>
    <dgm:pt modelId="{2CF69011-EDDD-4F9F-BE14-D5CC3E0E3EFA}" type="sibTrans" cxnId="{8735C253-E33F-4BCE-926D-6A88554190F9}">
      <dgm:prSet/>
      <dgm:spPr/>
      <dgm:t>
        <a:bodyPr/>
        <a:lstStyle/>
        <a:p>
          <a:endParaRPr lang="en-US"/>
        </a:p>
      </dgm:t>
    </dgm:pt>
    <dgm:pt modelId="{4B4F9242-6379-42B5-A195-6427C816BB14}">
      <dgm:prSet phldrT="[Text]" phldr="1"/>
      <dgm:spPr/>
      <dgm:t>
        <a:bodyPr/>
        <a:lstStyle/>
        <a:p>
          <a:endParaRPr lang="en-US"/>
        </a:p>
      </dgm:t>
    </dgm:pt>
    <dgm:pt modelId="{574C3F69-FA8B-4EDC-B833-F57F48318797}" type="parTrans" cxnId="{3CC2446F-106F-42A4-B24D-B5C975B768F2}">
      <dgm:prSet/>
      <dgm:spPr/>
      <dgm:t>
        <a:bodyPr/>
        <a:lstStyle/>
        <a:p>
          <a:endParaRPr lang="en-US"/>
        </a:p>
      </dgm:t>
    </dgm:pt>
    <dgm:pt modelId="{E245605A-00D9-4BB9-8EC9-D7BE1BE900F3}" type="sibTrans" cxnId="{3CC2446F-106F-42A4-B24D-B5C975B768F2}">
      <dgm:prSet/>
      <dgm:spPr/>
      <dgm:t>
        <a:bodyPr/>
        <a:lstStyle/>
        <a:p>
          <a:endParaRPr lang="en-US"/>
        </a:p>
      </dgm:t>
    </dgm:pt>
    <dgm:pt modelId="{4AF77BB7-5125-4199-8711-CC132DEA83D0}">
      <dgm:prSet phldrT="[Text]" phldr="1"/>
      <dgm:spPr/>
      <dgm:t>
        <a:bodyPr/>
        <a:lstStyle/>
        <a:p>
          <a:endParaRPr lang="en-US"/>
        </a:p>
      </dgm:t>
    </dgm:pt>
    <dgm:pt modelId="{75AA487F-718C-48C2-881E-153674904BB8}" type="parTrans" cxnId="{0DC07F29-C355-4C2D-A948-BC920F0D5FD6}">
      <dgm:prSet/>
      <dgm:spPr/>
      <dgm:t>
        <a:bodyPr/>
        <a:lstStyle/>
        <a:p>
          <a:endParaRPr lang="en-US"/>
        </a:p>
      </dgm:t>
    </dgm:pt>
    <dgm:pt modelId="{FA8E8A1D-AEDF-4628-8A95-BB302171D5B7}" type="sibTrans" cxnId="{0DC07F29-C355-4C2D-A948-BC920F0D5FD6}">
      <dgm:prSet/>
      <dgm:spPr/>
      <dgm:t>
        <a:bodyPr/>
        <a:lstStyle/>
        <a:p>
          <a:endParaRPr lang="en-US"/>
        </a:p>
      </dgm:t>
    </dgm:pt>
    <dgm:pt modelId="{D0C9E623-1195-4C74-BB08-F46D1149D78F}">
      <dgm:prSet phldrT="[Text]"/>
      <dgm:spPr/>
      <dgm:t>
        <a:bodyPr/>
        <a:lstStyle/>
        <a:p>
          <a:r>
            <a:rPr lang="en-US" dirty="0" smtClean="0"/>
            <a:t>Evaluate the model</a:t>
          </a:r>
          <a:endParaRPr lang="en-US" dirty="0"/>
        </a:p>
      </dgm:t>
    </dgm:pt>
    <dgm:pt modelId="{661E04AA-C5C9-4FC7-BBF3-E26F2A3F50CD}" type="parTrans" cxnId="{F9FB4326-8471-488E-BF9F-18B64AFB508F}">
      <dgm:prSet/>
      <dgm:spPr/>
    </dgm:pt>
    <dgm:pt modelId="{7998A230-630E-4D6A-B4FE-AD52D260D431}" type="sibTrans" cxnId="{F9FB4326-8471-488E-BF9F-18B64AFB508F}">
      <dgm:prSet/>
      <dgm:spPr/>
    </dgm:pt>
    <dgm:pt modelId="{344DFF8B-E77D-40FC-98A5-B257A330E755}">
      <dgm:prSet phldrT="[Text]"/>
      <dgm:spPr/>
      <dgm:t>
        <a:bodyPr/>
        <a:lstStyle/>
        <a:p>
          <a:r>
            <a:rPr lang="en-US" dirty="0" smtClean="0"/>
            <a:t>classification</a:t>
          </a:r>
          <a:endParaRPr lang="en-US" dirty="0"/>
        </a:p>
      </dgm:t>
    </dgm:pt>
    <dgm:pt modelId="{591712A6-4043-415E-829B-980854CCE68C}" type="parTrans" cxnId="{D433333F-56E1-449A-BE87-880DACEEAF7E}">
      <dgm:prSet/>
      <dgm:spPr/>
    </dgm:pt>
    <dgm:pt modelId="{6F0ACE0C-EED5-4BF6-8E65-606C92481D36}" type="sibTrans" cxnId="{D433333F-56E1-449A-BE87-880DACEEAF7E}">
      <dgm:prSet/>
      <dgm:spPr/>
    </dgm:pt>
    <dgm:pt modelId="{DEAF7E3D-9FD6-4C8E-88BA-55754FA0C32C}" type="pres">
      <dgm:prSet presAssocID="{C7CFE679-65A0-4ABB-9334-2779A83DBA2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2C24C1D-E587-498B-A44A-D8C8D3EA0BC9}" type="pres">
      <dgm:prSet presAssocID="{46990048-016B-43DE-A098-B53E5D39FCB1}" presName="linNode" presStyleCnt="0"/>
      <dgm:spPr/>
    </dgm:pt>
    <dgm:pt modelId="{DA6DFE21-9815-42B3-835F-D53D5292D649}" type="pres">
      <dgm:prSet presAssocID="{46990048-016B-43DE-A098-B53E5D39FCB1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CDE6A-AB40-4A3F-8DB2-818DC0A090DA}" type="pres">
      <dgm:prSet presAssocID="{46990048-016B-43DE-A098-B53E5D39FCB1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DDA30-10BB-4F17-8938-4C2E2B1B9122}" type="pres">
      <dgm:prSet presAssocID="{10A73B2C-CE7D-4FC1-B3B0-8A04C42A8D3D}" presName="sp" presStyleCnt="0"/>
      <dgm:spPr/>
    </dgm:pt>
    <dgm:pt modelId="{28F8C1B2-221F-4705-82C9-5643A72A6766}" type="pres">
      <dgm:prSet presAssocID="{21BEDFB7-EC5B-40D0-B8D2-A755954D437A}" presName="linNode" presStyleCnt="0"/>
      <dgm:spPr/>
    </dgm:pt>
    <dgm:pt modelId="{82AE98CD-FF5C-486D-874C-ED49D374D767}" type="pres">
      <dgm:prSet presAssocID="{21BEDFB7-EC5B-40D0-B8D2-A755954D437A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B6AB19-E653-4F68-9A79-5252C5C9B397}" type="pres">
      <dgm:prSet presAssocID="{21BEDFB7-EC5B-40D0-B8D2-A755954D437A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0CD120-8153-48DF-8BC3-56546DC217A6}" type="pres">
      <dgm:prSet presAssocID="{8008E951-ED9C-40D0-A046-1154748F68FC}" presName="sp" presStyleCnt="0"/>
      <dgm:spPr/>
    </dgm:pt>
    <dgm:pt modelId="{E9C4FA54-B985-4117-9F2E-4C8D86D2380F}" type="pres">
      <dgm:prSet presAssocID="{5858C946-ED57-4129-9789-DA66331453D6}" presName="linNode" presStyleCnt="0"/>
      <dgm:spPr/>
    </dgm:pt>
    <dgm:pt modelId="{43BD254B-0F1C-4AE5-A693-722E4E89C0E9}" type="pres">
      <dgm:prSet presAssocID="{5858C946-ED57-4129-9789-DA66331453D6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32259C-FD7F-44A2-8A3D-61A3057F3703}" type="pres">
      <dgm:prSet presAssocID="{5858C946-ED57-4129-9789-DA66331453D6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4FD68F-A6ED-447B-8433-081207B15EAE}" type="presOf" srcId="{5858C946-ED57-4129-9789-DA66331453D6}" destId="{43BD254B-0F1C-4AE5-A693-722E4E89C0E9}" srcOrd="0" destOrd="0" presId="urn:microsoft.com/office/officeart/2005/8/layout/vList5"/>
    <dgm:cxn modelId="{BBA4D180-AB3A-47CE-9244-B53F3B87088A}" type="presOf" srcId="{C7CFE679-65A0-4ABB-9334-2779A83DBA28}" destId="{DEAF7E3D-9FD6-4C8E-88BA-55754FA0C32C}" srcOrd="0" destOrd="0" presId="urn:microsoft.com/office/officeart/2005/8/layout/vList5"/>
    <dgm:cxn modelId="{D433333F-56E1-449A-BE87-880DACEEAF7E}" srcId="{46990048-016B-43DE-A098-B53E5D39FCB1}" destId="{344DFF8B-E77D-40FC-98A5-B257A330E755}" srcOrd="1" destOrd="0" parTransId="{591712A6-4043-415E-829B-980854CCE68C}" sibTransId="{6F0ACE0C-EED5-4BF6-8E65-606C92481D36}"/>
    <dgm:cxn modelId="{B3D7DE1D-3550-4DC8-8F3F-5E41F2E56757}" srcId="{46990048-016B-43DE-A098-B53E5D39FCB1}" destId="{CEEB77E4-9FB4-4B31-93F9-CA44D0A08986}" srcOrd="2" destOrd="0" parTransId="{BF5632F7-BFFC-47D8-A7BA-6591BA3158F3}" sibTransId="{89332C40-DDD1-4873-B9ED-52C7B7725E62}"/>
    <dgm:cxn modelId="{79589D50-66DE-4FFB-BD63-0014DBA28C5B}" type="presOf" srcId="{D0C9E623-1195-4C74-BB08-F46D1149D78F}" destId="{D9B6AB19-E653-4F68-9A79-5252C5C9B397}" srcOrd="0" destOrd="2" presId="urn:microsoft.com/office/officeart/2005/8/layout/vList5"/>
    <dgm:cxn modelId="{8735C253-E33F-4BCE-926D-6A88554190F9}" srcId="{C7CFE679-65A0-4ABB-9334-2779A83DBA28}" destId="{5858C946-ED57-4129-9789-DA66331453D6}" srcOrd="2" destOrd="0" parTransId="{D4DDDF3D-B001-4738-AE1C-0F3A20742E1C}" sibTransId="{2CF69011-EDDD-4F9F-BE14-D5CC3E0E3EFA}"/>
    <dgm:cxn modelId="{77A96436-5E75-40FD-B7F2-56B74F8A5AB5}" srcId="{21BEDFB7-EC5B-40D0-B8D2-A755954D437A}" destId="{6EE2879E-6D22-4674-B85A-2C949F7458A5}" srcOrd="0" destOrd="0" parTransId="{66B587AD-106A-4E6B-B36B-E70D474C6BEB}" sibTransId="{874F8F10-B5EC-4DE6-9067-295E574A15F6}"/>
    <dgm:cxn modelId="{0DC07F29-C355-4C2D-A948-BC920F0D5FD6}" srcId="{5858C946-ED57-4129-9789-DA66331453D6}" destId="{4AF77BB7-5125-4199-8711-CC132DEA83D0}" srcOrd="1" destOrd="0" parTransId="{75AA487F-718C-48C2-881E-153674904BB8}" sibTransId="{FA8E8A1D-AEDF-4628-8A95-BB302171D5B7}"/>
    <dgm:cxn modelId="{7DAA90EF-85C2-4FDD-9435-742392CA8C40}" type="presOf" srcId="{CEEB77E4-9FB4-4B31-93F9-CA44D0A08986}" destId="{9B6CDE6A-AB40-4A3F-8DB2-818DC0A090DA}" srcOrd="0" destOrd="2" presId="urn:microsoft.com/office/officeart/2005/8/layout/vList5"/>
    <dgm:cxn modelId="{14AD652A-CFC8-4D0A-8648-8021857C3653}" type="presOf" srcId="{0788B897-0A10-463C-8B16-51E888650E08}" destId="{9B6CDE6A-AB40-4A3F-8DB2-818DC0A090DA}" srcOrd="0" destOrd="0" presId="urn:microsoft.com/office/officeart/2005/8/layout/vList5"/>
    <dgm:cxn modelId="{4D1F6625-4EE1-43E1-B868-74BC2C90BAE8}" type="presOf" srcId="{46990048-016B-43DE-A098-B53E5D39FCB1}" destId="{DA6DFE21-9815-42B3-835F-D53D5292D649}" srcOrd="0" destOrd="0" presId="urn:microsoft.com/office/officeart/2005/8/layout/vList5"/>
    <dgm:cxn modelId="{279D2869-C32D-42C5-BE8B-FD6AE6F1854A}" type="presOf" srcId="{4AF77BB7-5125-4199-8711-CC132DEA83D0}" destId="{2432259C-FD7F-44A2-8A3D-61A3057F3703}" srcOrd="0" destOrd="1" presId="urn:microsoft.com/office/officeart/2005/8/layout/vList5"/>
    <dgm:cxn modelId="{3CCA0A4F-B41F-4548-8043-2F76AC021252}" type="presOf" srcId="{7F7BA76A-82DF-448D-85AD-D18B54C2E8E0}" destId="{D9B6AB19-E653-4F68-9A79-5252C5C9B397}" srcOrd="0" destOrd="1" presId="urn:microsoft.com/office/officeart/2005/8/layout/vList5"/>
    <dgm:cxn modelId="{439F10BD-29CA-4737-8FD0-3117D0D8AA46}" srcId="{C7CFE679-65A0-4ABB-9334-2779A83DBA28}" destId="{21BEDFB7-EC5B-40D0-B8D2-A755954D437A}" srcOrd="1" destOrd="0" parTransId="{223E785C-670D-4DE9-8E5B-B28973F008F6}" sibTransId="{8008E951-ED9C-40D0-A046-1154748F68FC}"/>
    <dgm:cxn modelId="{67446B60-7CC4-441F-83A2-05DA9CDF4779}" srcId="{46990048-016B-43DE-A098-B53E5D39FCB1}" destId="{0788B897-0A10-463C-8B16-51E888650E08}" srcOrd="0" destOrd="0" parTransId="{E1ACF33D-7C5D-4EAC-9B99-ACE9884D99BD}" sibTransId="{4DA5F7A5-0646-44D5-A085-F858361C5A75}"/>
    <dgm:cxn modelId="{67B0C834-ED34-464F-A0DA-06C7ECB096BE}" srcId="{C7CFE679-65A0-4ABB-9334-2779A83DBA28}" destId="{46990048-016B-43DE-A098-B53E5D39FCB1}" srcOrd="0" destOrd="0" parTransId="{2379B5FE-BB34-478E-B530-1FEF4A5197F1}" sibTransId="{10A73B2C-CE7D-4FC1-B3B0-8A04C42A8D3D}"/>
    <dgm:cxn modelId="{F9FB4326-8471-488E-BF9F-18B64AFB508F}" srcId="{21BEDFB7-EC5B-40D0-B8D2-A755954D437A}" destId="{D0C9E623-1195-4C74-BB08-F46D1149D78F}" srcOrd="2" destOrd="0" parTransId="{661E04AA-C5C9-4FC7-BBF3-E26F2A3F50CD}" sibTransId="{7998A230-630E-4D6A-B4FE-AD52D260D431}"/>
    <dgm:cxn modelId="{DBB928AF-5FB8-4920-A280-930ED639E535}" type="presOf" srcId="{4B4F9242-6379-42B5-A195-6427C816BB14}" destId="{2432259C-FD7F-44A2-8A3D-61A3057F3703}" srcOrd="0" destOrd="0" presId="urn:microsoft.com/office/officeart/2005/8/layout/vList5"/>
    <dgm:cxn modelId="{9D5A5F75-8F3E-46D9-9BDB-5AFFD37EA8C0}" type="presOf" srcId="{344DFF8B-E77D-40FC-98A5-B257A330E755}" destId="{9B6CDE6A-AB40-4A3F-8DB2-818DC0A090DA}" srcOrd="0" destOrd="1" presId="urn:microsoft.com/office/officeart/2005/8/layout/vList5"/>
    <dgm:cxn modelId="{3CC2446F-106F-42A4-B24D-B5C975B768F2}" srcId="{5858C946-ED57-4129-9789-DA66331453D6}" destId="{4B4F9242-6379-42B5-A195-6427C816BB14}" srcOrd="0" destOrd="0" parTransId="{574C3F69-FA8B-4EDC-B833-F57F48318797}" sibTransId="{E245605A-00D9-4BB9-8EC9-D7BE1BE900F3}"/>
    <dgm:cxn modelId="{EF7569BF-D13D-4200-9D50-31D13758A050}" type="presOf" srcId="{6EE2879E-6D22-4674-B85A-2C949F7458A5}" destId="{D9B6AB19-E653-4F68-9A79-5252C5C9B397}" srcOrd="0" destOrd="0" presId="urn:microsoft.com/office/officeart/2005/8/layout/vList5"/>
    <dgm:cxn modelId="{BB62B216-C35F-438B-A366-C46F5FE0EDAF}" srcId="{21BEDFB7-EC5B-40D0-B8D2-A755954D437A}" destId="{7F7BA76A-82DF-448D-85AD-D18B54C2E8E0}" srcOrd="1" destOrd="0" parTransId="{B101B812-5DD8-4A33-97E8-7B7D6F8A3010}" sibTransId="{C98BD384-C9D3-4BF1-AE28-0038BD992692}"/>
    <dgm:cxn modelId="{DF1B05C7-885D-4378-8CF0-D434A991ADD4}" type="presOf" srcId="{21BEDFB7-EC5B-40D0-B8D2-A755954D437A}" destId="{82AE98CD-FF5C-486D-874C-ED49D374D767}" srcOrd="0" destOrd="0" presId="urn:microsoft.com/office/officeart/2005/8/layout/vList5"/>
    <dgm:cxn modelId="{562A1048-F9FF-4738-9D68-63F4C0154717}" type="presParOf" srcId="{DEAF7E3D-9FD6-4C8E-88BA-55754FA0C32C}" destId="{E2C24C1D-E587-498B-A44A-D8C8D3EA0BC9}" srcOrd="0" destOrd="0" presId="urn:microsoft.com/office/officeart/2005/8/layout/vList5"/>
    <dgm:cxn modelId="{A4C2F43B-6CC5-4735-8045-44F07ACD44AB}" type="presParOf" srcId="{E2C24C1D-E587-498B-A44A-D8C8D3EA0BC9}" destId="{DA6DFE21-9815-42B3-835F-D53D5292D649}" srcOrd="0" destOrd="0" presId="urn:microsoft.com/office/officeart/2005/8/layout/vList5"/>
    <dgm:cxn modelId="{A46186A5-32DD-4F97-9265-385ABD45E639}" type="presParOf" srcId="{E2C24C1D-E587-498B-A44A-D8C8D3EA0BC9}" destId="{9B6CDE6A-AB40-4A3F-8DB2-818DC0A090DA}" srcOrd="1" destOrd="0" presId="urn:microsoft.com/office/officeart/2005/8/layout/vList5"/>
    <dgm:cxn modelId="{E077A2BF-49E3-47EC-B4AE-B98982F398E6}" type="presParOf" srcId="{DEAF7E3D-9FD6-4C8E-88BA-55754FA0C32C}" destId="{78FDDA30-10BB-4F17-8938-4C2E2B1B9122}" srcOrd="1" destOrd="0" presId="urn:microsoft.com/office/officeart/2005/8/layout/vList5"/>
    <dgm:cxn modelId="{B2E18132-29EB-45C5-9845-C94632C6A950}" type="presParOf" srcId="{DEAF7E3D-9FD6-4C8E-88BA-55754FA0C32C}" destId="{28F8C1B2-221F-4705-82C9-5643A72A6766}" srcOrd="2" destOrd="0" presId="urn:microsoft.com/office/officeart/2005/8/layout/vList5"/>
    <dgm:cxn modelId="{8A5E9EEF-BE29-431A-BAB3-82A79CBD27F6}" type="presParOf" srcId="{28F8C1B2-221F-4705-82C9-5643A72A6766}" destId="{82AE98CD-FF5C-486D-874C-ED49D374D767}" srcOrd="0" destOrd="0" presId="urn:microsoft.com/office/officeart/2005/8/layout/vList5"/>
    <dgm:cxn modelId="{52194224-9646-47DD-A4E1-FDF0C8F512B2}" type="presParOf" srcId="{28F8C1B2-221F-4705-82C9-5643A72A6766}" destId="{D9B6AB19-E653-4F68-9A79-5252C5C9B397}" srcOrd="1" destOrd="0" presId="urn:microsoft.com/office/officeart/2005/8/layout/vList5"/>
    <dgm:cxn modelId="{AA232D9B-B4CE-4812-B43A-FD47DD807432}" type="presParOf" srcId="{DEAF7E3D-9FD6-4C8E-88BA-55754FA0C32C}" destId="{530CD120-8153-48DF-8BC3-56546DC217A6}" srcOrd="3" destOrd="0" presId="urn:microsoft.com/office/officeart/2005/8/layout/vList5"/>
    <dgm:cxn modelId="{2E91FF8F-9CEA-40D2-B479-2784F8537174}" type="presParOf" srcId="{DEAF7E3D-9FD6-4C8E-88BA-55754FA0C32C}" destId="{E9C4FA54-B985-4117-9F2E-4C8D86D2380F}" srcOrd="4" destOrd="0" presId="urn:microsoft.com/office/officeart/2005/8/layout/vList5"/>
    <dgm:cxn modelId="{EDD35318-CA4C-4921-B2E3-C0E0B3DEC3F9}" type="presParOf" srcId="{E9C4FA54-B985-4117-9F2E-4C8D86D2380F}" destId="{43BD254B-0F1C-4AE5-A693-722E4E89C0E9}" srcOrd="0" destOrd="0" presId="urn:microsoft.com/office/officeart/2005/8/layout/vList5"/>
    <dgm:cxn modelId="{A10E8E4F-F00C-4975-8281-994532C8B274}" type="presParOf" srcId="{E9C4FA54-B985-4117-9F2E-4C8D86D2380F}" destId="{2432259C-FD7F-44A2-8A3D-61A3057F3703}" srcOrd="1" destOrd="0" presId="urn:microsoft.com/office/officeart/2005/8/layout/vList5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AF574C-1811-40B9-ACDA-1481DAC3B65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AB3AB9-065F-48AF-A986-2272B48F3522}">
      <dgm:prSet phldrT="[Text]"/>
      <dgm:spPr/>
      <dgm:t>
        <a:bodyPr/>
        <a:lstStyle/>
        <a:p>
          <a:r>
            <a:rPr lang="en-US" dirty="0" smtClean="0"/>
            <a:t>Add columns</a:t>
          </a:r>
          <a:endParaRPr lang="en-US" dirty="0"/>
        </a:p>
      </dgm:t>
    </dgm:pt>
    <dgm:pt modelId="{BFC811F1-50C3-4CCA-9B5C-BFCA11C7B74E}" type="parTrans" cxnId="{B30A3DE3-38CA-452B-89A6-A106B0D90DEC}">
      <dgm:prSet/>
      <dgm:spPr/>
      <dgm:t>
        <a:bodyPr/>
        <a:lstStyle/>
        <a:p>
          <a:endParaRPr lang="en-US"/>
        </a:p>
      </dgm:t>
    </dgm:pt>
    <dgm:pt modelId="{124D8B18-4FD3-45A7-8AFE-9C20AE1A9E40}" type="sibTrans" cxnId="{B30A3DE3-38CA-452B-89A6-A106B0D90DEC}">
      <dgm:prSet/>
      <dgm:spPr/>
      <dgm:t>
        <a:bodyPr/>
        <a:lstStyle/>
        <a:p>
          <a:endParaRPr lang="en-US"/>
        </a:p>
      </dgm:t>
    </dgm:pt>
    <dgm:pt modelId="{F05D8030-47F0-4A63-9EF1-D1223500250A}">
      <dgm:prSet phldrT="[Text]"/>
      <dgm:spPr/>
      <dgm:t>
        <a:bodyPr/>
        <a:lstStyle/>
        <a:p>
          <a:r>
            <a:rPr lang="en-US" dirty="0" smtClean="0"/>
            <a:t>Add rows</a:t>
          </a:r>
          <a:endParaRPr lang="en-US" dirty="0"/>
        </a:p>
      </dgm:t>
    </dgm:pt>
    <dgm:pt modelId="{8CFBA924-8BBF-4B0E-BF24-4FD45D313B0B}" type="parTrans" cxnId="{C70BBEE1-A9DB-4FFC-A4BB-B5298B8BC571}">
      <dgm:prSet/>
      <dgm:spPr/>
      <dgm:t>
        <a:bodyPr/>
        <a:lstStyle/>
        <a:p>
          <a:endParaRPr lang="en-US"/>
        </a:p>
      </dgm:t>
    </dgm:pt>
    <dgm:pt modelId="{B40F1155-A2FA-4695-A135-6046639A6E1C}" type="sibTrans" cxnId="{C70BBEE1-A9DB-4FFC-A4BB-B5298B8BC571}">
      <dgm:prSet/>
      <dgm:spPr/>
      <dgm:t>
        <a:bodyPr/>
        <a:lstStyle/>
        <a:p>
          <a:endParaRPr lang="en-US"/>
        </a:p>
      </dgm:t>
    </dgm:pt>
    <dgm:pt modelId="{C78CD460-7E7E-43FA-80C6-4DB47CA24369}">
      <dgm:prSet phldrT="[Text]"/>
      <dgm:spPr/>
      <dgm:t>
        <a:bodyPr/>
        <a:lstStyle/>
        <a:p>
          <a:r>
            <a:rPr lang="en-US" dirty="0" smtClean="0"/>
            <a:t>Apply SQL transformation</a:t>
          </a:r>
          <a:endParaRPr lang="en-US" dirty="0"/>
        </a:p>
      </dgm:t>
    </dgm:pt>
    <dgm:pt modelId="{D4E84F70-FA22-47C8-8E86-2CCC811DF859}" type="parTrans" cxnId="{6541F638-C431-48B9-8006-BD8D9EC904EA}">
      <dgm:prSet/>
      <dgm:spPr/>
      <dgm:t>
        <a:bodyPr/>
        <a:lstStyle/>
        <a:p>
          <a:endParaRPr lang="en-US"/>
        </a:p>
      </dgm:t>
    </dgm:pt>
    <dgm:pt modelId="{FE3727D9-C095-417D-ACBE-3BB55669EF31}" type="sibTrans" cxnId="{6541F638-C431-48B9-8006-BD8D9EC904EA}">
      <dgm:prSet/>
      <dgm:spPr/>
      <dgm:t>
        <a:bodyPr/>
        <a:lstStyle/>
        <a:p>
          <a:endParaRPr lang="en-US"/>
        </a:p>
      </dgm:t>
    </dgm:pt>
    <dgm:pt modelId="{4149F54F-9BF4-4EE1-AD36-8449294114DA}">
      <dgm:prSet phldrT="[Text]"/>
      <dgm:spPr/>
      <dgm:t>
        <a:bodyPr/>
        <a:lstStyle/>
        <a:p>
          <a:r>
            <a:rPr lang="en-US" dirty="0" smtClean="0"/>
            <a:t>Remove duplicate row</a:t>
          </a:r>
          <a:endParaRPr lang="en-US" dirty="0"/>
        </a:p>
      </dgm:t>
    </dgm:pt>
    <dgm:pt modelId="{F79B046C-214C-46CE-8284-FD2F2DACB533}" type="parTrans" cxnId="{5C246FC3-5228-4BCB-A331-82FAEB80F59E}">
      <dgm:prSet/>
      <dgm:spPr/>
      <dgm:t>
        <a:bodyPr/>
        <a:lstStyle/>
        <a:p>
          <a:endParaRPr lang="en-US"/>
        </a:p>
      </dgm:t>
    </dgm:pt>
    <dgm:pt modelId="{796A0FE6-2271-4B56-9D0E-297D95CEC830}" type="sibTrans" cxnId="{5C246FC3-5228-4BCB-A331-82FAEB80F59E}">
      <dgm:prSet/>
      <dgm:spPr/>
      <dgm:t>
        <a:bodyPr/>
        <a:lstStyle/>
        <a:p>
          <a:endParaRPr lang="en-US"/>
        </a:p>
      </dgm:t>
    </dgm:pt>
    <dgm:pt modelId="{D6B11566-296E-4E3C-9F3B-F4586C8B43ED}">
      <dgm:prSet phldrT="[Text]"/>
      <dgm:spPr/>
      <dgm:t>
        <a:bodyPr/>
        <a:lstStyle/>
        <a:p>
          <a:r>
            <a:rPr lang="en-US" dirty="0" smtClean="0"/>
            <a:t>Select columns in dataset</a:t>
          </a:r>
          <a:endParaRPr lang="en-US" dirty="0"/>
        </a:p>
      </dgm:t>
    </dgm:pt>
    <dgm:pt modelId="{71B37AEC-17B9-4AC1-963E-48710E3A8B43}" type="parTrans" cxnId="{A45039ED-EDC6-4419-87EF-9E08DAF0F0CA}">
      <dgm:prSet/>
      <dgm:spPr/>
      <dgm:t>
        <a:bodyPr/>
        <a:lstStyle/>
        <a:p>
          <a:endParaRPr lang="en-US"/>
        </a:p>
      </dgm:t>
    </dgm:pt>
    <dgm:pt modelId="{97A36775-5F78-412D-AB85-024E2420CB3A}" type="sibTrans" cxnId="{A45039ED-EDC6-4419-87EF-9E08DAF0F0CA}">
      <dgm:prSet/>
      <dgm:spPr/>
      <dgm:t>
        <a:bodyPr/>
        <a:lstStyle/>
        <a:p>
          <a:endParaRPr lang="en-US"/>
        </a:p>
      </dgm:t>
    </dgm:pt>
    <dgm:pt modelId="{4225106C-0149-4C43-8EB6-04F55CFA63A8}">
      <dgm:prSet/>
      <dgm:spPr/>
      <dgm:t>
        <a:bodyPr/>
        <a:lstStyle/>
        <a:p>
          <a:r>
            <a:rPr lang="en-US" dirty="0" smtClean="0"/>
            <a:t>Edit metadata</a:t>
          </a:r>
          <a:endParaRPr lang="en-US" dirty="0"/>
        </a:p>
      </dgm:t>
    </dgm:pt>
    <dgm:pt modelId="{E86A9020-77D3-4C96-9F7E-ECE064044DA6}" type="parTrans" cxnId="{57CA26F1-9D44-4B0E-A3EB-88660E3E09E1}">
      <dgm:prSet/>
      <dgm:spPr/>
      <dgm:t>
        <a:bodyPr/>
        <a:lstStyle/>
        <a:p>
          <a:endParaRPr lang="en-US"/>
        </a:p>
      </dgm:t>
    </dgm:pt>
    <dgm:pt modelId="{39CF26C8-9EEE-4E52-8688-B96396996E6A}" type="sibTrans" cxnId="{57CA26F1-9D44-4B0E-A3EB-88660E3E09E1}">
      <dgm:prSet/>
      <dgm:spPr/>
      <dgm:t>
        <a:bodyPr/>
        <a:lstStyle/>
        <a:p>
          <a:endParaRPr lang="en-US"/>
        </a:p>
      </dgm:t>
    </dgm:pt>
    <dgm:pt modelId="{E0562C93-4E75-4813-9AF7-DF9B7CD50B50}">
      <dgm:prSet/>
      <dgm:spPr/>
      <dgm:t>
        <a:bodyPr/>
        <a:lstStyle/>
        <a:p>
          <a:r>
            <a:rPr lang="en-US" dirty="0" smtClean="0"/>
            <a:t>Clean missing data</a:t>
          </a:r>
          <a:endParaRPr lang="en-US" dirty="0"/>
        </a:p>
      </dgm:t>
    </dgm:pt>
    <dgm:pt modelId="{2B8494AB-4AF7-403C-A546-03FD825C78F1}" type="parTrans" cxnId="{6A914DE4-AD15-45CA-B807-D5B427E86B65}">
      <dgm:prSet/>
      <dgm:spPr/>
      <dgm:t>
        <a:bodyPr/>
        <a:lstStyle/>
        <a:p>
          <a:endParaRPr lang="en-US"/>
        </a:p>
      </dgm:t>
    </dgm:pt>
    <dgm:pt modelId="{742F81E0-F3B7-4909-AFF2-3FBD6D90DFDC}" type="sibTrans" cxnId="{6A914DE4-AD15-45CA-B807-D5B427E86B65}">
      <dgm:prSet/>
      <dgm:spPr/>
      <dgm:t>
        <a:bodyPr/>
        <a:lstStyle/>
        <a:p>
          <a:endParaRPr lang="en-US"/>
        </a:p>
      </dgm:t>
    </dgm:pt>
    <dgm:pt modelId="{3D0650CB-2080-4E31-90F9-05ED3ACB486E}" type="pres">
      <dgm:prSet presAssocID="{5AAF574C-1811-40B9-ACDA-1481DAC3B65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7E05DD3-5D91-4FA2-B855-4DADBFE99754}" type="pres">
      <dgm:prSet presAssocID="{78AB3AB9-065F-48AF-A986-2272B48F352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581F44-CCA4-46C8-8F2B-D1D05C19FA7E}" type="pres">
      <dgm:prSet presAssocID="{124D8B18-4FD3-45A7-8AFE-9C20AE1A9E40}" presName="sibTrans" presStyleCnt="0"/>
      <dgm:spPr/>
    </dgm:pt>
    <dgm:pt modelId="{475F6C09-2F05-4C61-89FC-82456185AD9A}" type="pres">
      <dgm:prSet presAssocID="{F05D8030-47F0-4A63-9EF1-D1223500250A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AD57E9-57D4-48D5-9957-E67BD986F5E7}" type="pres">
      <dgm:prSet presAssocID="{B40F1155-A2FA-4695-A135-6046639A6E1C}" presName="sibTrans" presStyleCnt="0"/>
      <dgm:spPr/>
    </dgm:pt>
    <dgm:pt modelId="{2438FF85-1393-4A15-A101-D00D1B8E72B7}" type="pres">
      <dgm:prSet presAssocID="{C78CD460-7E7E-43FA-80C6-4DB47CA2436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509CA1-39A3-4C6F-A583-7024EFB90256}" type="pres">
      <dgm:prSet presAssocID="{FE3727D9-C095-417D-ACBE-3BB55669EF31}" presName="sibTrans" presStyleCnt="0"/>
      <dgm:spPr/>
    </dgm:pt>
    <dgm:pt modelId="{A098AC33-DF19-4277-B0BF-079E4601DCB3}" type="pres">
      <dgm:prSet presAssocID="{4149F54F-9BF4-4EE1-AD36-8449294114DA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DC6D19-7C89-45DD-BAC3-A4D719683B65}" type="pres">
      <dgm:prSet presAssocID="{796A0FE6-2271-4B56-9D0E-297D95CEC830}" presName="sibTrans" presStyleCnt="0"/>
      <dgm:spPr/>
    </dgm:pt>
    <dgm:pt modelId="{4D535F0A-1241-4358-873E-389B7045B9AA}" type="pres">
      <dgm:prSet presAssocID="{D6B11566-296E-4E3C-9F3B-F4586C8B43ED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422255-50F3-434F-9C28-65B602630CAF}" type="pres">
      <dgm:prSet presAssocID="{97A36775-5F78-412D-AB85-024E2420CB3A}" presName="sibTrans" presStyleCnt="0"/>
      <dgm:spPr/>
    </dgm:pt>
    <dgm:pt modelId="{94F56244-607C-4E69-9DF3-0F13CCBFA27D}" type="pres">
      <dgm:prSet presAssocID="{4225106C-0149-4C43-8EB6-04F55CFA63A8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FA7E4-79F3-4EC2-A879-D7780C5C847B}" type="pres">
      <dgm:prSet presAssocID="{39CF26C8-9EEE-4E52-8688-B96396996E6A}" presName="sibTrans" presStyleCnt="0"/>
      <dgm:spPr/>
    </dgm:pt>
    <dgm:pt modelId="{8EB26E55-2BA4-4D65-B173-956233D0701D}" type="pres">
      <dgm:prSet presAssocID="{E0562C93-4E75-4813-9AF7-DF9B7CD50B50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0EB814-2AE8-4EBE-91F8-34617656D426}" type="presOf" srcId="{C78CD460-7E7E-43FA-80C6-4DB47CA24369}" destId="{2438FF85-1393-4A15-A101-D00D1B8E72B7}" srcOrd="0" destOrd="0" presId="urn:microsoft.com/office/officeart/2005/8/layout/default"/>
    <dgm:cxn modelId="{35B8F030-46FA-4506-8D1D-76CA90365ABC}" type="presOf" srcId="{4149F54F-9BF4-4EE1-AD36-8449294114DA}" destId="{A098AC33-DF19-4277-B0BF-079E4601DCB3}" srcOrd="0" destOrd="0" presId="urn:microsoft.com/office/officeart/2005/8/layout/default"/>
    <dgm:cxn modelId="{2995977C-ED2B-470F-BE8B-C752D379E09E}" type="presOf" srcId="{F05D8030-47F0-4A63-9EF1-D1223500250A}" destId="{475F6C09-2F05-4C61-89FC-82456185AD9A}" srcOrd="0" destOrd="0" presId="urn:microsoft.com/office/officeart/2005/8/layout/default"/>
    <dgm:cxn modelId="{C70BBEE1-A9DB-4FFC-A4BB-B5298B8BC571}" srcId="{5AAF574C-1811-40B9-ACDA-1481DAC3B651}" destId="{F05D8030-47F0-4A63-9EF1-D1223500250A}" srcOrd="1" destOrd="0" parTransId="{8CFBA924-8BBF-4B0E-BF24-4FD45D313B0B}" sibTransId="{B40F1155-A2FA-4695-A135-6046639A6E1C}"/>
    <dgm:cxn modelId="{6541F638-C431-48B9-8006-BD8D9EC904EA}" srcId="{5AAF574C-1811-40B9-ACDA-1481DAC3B651}" destId="{C78CD460-7E7E-43FA-80C6-4DB47CA24369}" srcOrd="2" destOrd="0" parTransId="{D4E84F70-FA22-47C8-8E86-2CCC811DF859}" sibTransId="{FE3727D9-C095-417D-ACBE-3BB55669EF31}"/>
    <dgm:cxn modelId="{6A914DE4-AD15-45CA-B807-D5B427E86B65}" srcId="{5AAF574C-1811-40B9-ACDA-1481DAC3B651}" destId="{E0562C93-4E75-4813-9AF7-DF9B7CD50B50}" srcOrd="6" destOrd="0" parTransId="{2B8494AB-4AF7-403C-A546-03FD825C78F1}" sibTransId="{742F81E0-F3B7-4909-AFF2-3FBD6D90DFDC}"/>
    <dgm:cxn modelId="{39682BCF-53FB-485D-BE3D-0DDC40B4E4FC}" type="presOf" srcId="{5AAF574C-1811-40B9-ACDA-1481DAC3B651}" destId="{3D0650CB-2080-4E31-90F9-05ED3ACB486E}" srcOrd="0" destOrd="0" presId="urn:microsoft.com/office/officeart/2005/8/layout/default"/>
    <dgm:cxn modelId="{B1280118-B95D-4181-97AB-EC5764847F0B}" type="presOf" srcId="{78AB3AB9-065F-48AF-A986-2272B48F3522}" destId="{77E05DD3-5D91-4FA2-B855-4DADBFE99754}" srcOrd="0" destOrd="0" presId="urn:microsoft.com/office/officeart/2005/8/layout/default"/>
    <dgm:cxn modelId="{5C246FC3-5228-4BCB-A331-82FAEB80F59E}" srcId="{5AAF574C-1811-40B9-ACDA-1481DAC3B651}" destId="{4149F54F-9BF4-4EE1-AD36-8449294114DA}" srcOrd="3" destOrd="0" parTransId="{F79B046C-214C-46CE-8284-FD2F2DACB533}" sibTransId="{796A0FE6-2271-4B56-9D0E-297D95CEC830}"/>
    <dgm:cxn modelId="{458F4087-FB43-49C4-8FF5-70893AD00EDE}" type="presOf" srcId="{E0562C93-4E75-4813-9AF7-DF9B7CD50B50}" destId="{8EB26E55-2BA4-4D65-B173-956233D0701D}" srcOrd="0" destOrd="0" presId="urn:microsoft.com/office/officeart/2005/8/layout/default"/>
    <dgm:cxn modelId="{B30A3DE3-38CA-452B-89A6-A106B0D90DEC}" srcId="{5AAF574C-1811-40B9-ACDA-1481DAC3B651}" destId="{78AB3AB9-065F-48AF-A986-2272B48F3522}" srcOrd="0" destOrd="0" parTransId="{BFC811F1-50C3-4CCA-9B5C-BFCA11C7B74E}" sibTransId="{124D8B18-4FD3-45A7-8AFE-9C20AE1A9E40}"/>
    <dgm:cxn modelId="{57CA26F1-9D44-4B0E-A3EB-88660E3E09E1}" srcId="{5AAF574C-1811-40B9-ACDA-1481DAC3B651}" destId="{4225106C-0149-4C43-8EB6-04F55CFA63A8}" srcOrd="5" destOrd="0" parTransId="{E86A9020-77D3-4C96-9F7E-ECE064044DA6}" sibTransId="{39CF26C8-9EEE-4E52-8688-B96396996E6A}"/>
    <dgm:cxn modelId="{A45039ED-EDC6-4419-87EF-9E08DAF0F0CA}" srcId="{5AAF574C-1811-40B9-ACDA-1481DAC3B651}" destId="{D6B11566-296E-4E3C-9F3B-F4586C8B43ED}" srcOrd="4" destOrd="0" parTransId="{71B37AEC-17B9-4AC1-963E-48710E3A8B43}" sibTransId="{97A36775-5F78-412D-AB85-024E2420CB3A}"/>
    <dgm:cxn modelId="{E0D56399-6210-4DC8-9C59-4F01414E0968}" type="presOf" srcId="{4225106C-0149-4C43-8EB6-04F55CFA63A8}" destId="{94F56244-607C-4E69-9DF3-0F13CCBFA27D}" srcOrd="0" destOrd="0" presId="urn:microsoft.com/office/officeart/2005/8/layout/default"/>
    <dgm:cxn modelId="{B8496BCA-4B6E-4207-9FC2-C5B5826879D0}" type="presOf" srcId="{D6B11566-296E-4E3C-9F3B-F4586C8B43ED}" destId="{4D535F0A-1241-4358-873E-389B7045B9AA}" srcOrd="0" destOrd="0" presId="urn:microsoft.com/office/officeart/2005/8/layout/default"/>
    <dgm:cxn modelId="{18906F23-11BB-4CDE-983F-B50B78B5B429}" type="presParOf" srcId="{3D0650CB-2080-4E31-90F9-05ED3ACB486E}" destId="{77E05DD3-5D91-4FA2-B855-4DADBFE99754}" srcOrd="0" destOrd="0" presId="urn:microsoft.com/office/officeart/2005/8/layout/default"/>
    <dgm:cxn modelId="{3B76D406-D429-46F5-B67B-5007C93A5257}" type="presParOf" srcId="{3D0650CB-2080-4E31-90F9-05ED3ACB486E}" destId="{92581F44-CCA4-46C8-8F2B-D1D05C19FA7E}" srcOrd="1" destOrd="0" presId="urn:microsoft.com/office/officeart/2005/8/layout/default"/>
    <dgm:cxn modelId="{29916ECA-5769-453A-A5FC-2609321EE188}" type="presParOf" srcId="{3D0650CB-2080-4E31-90F9-05ED3ACB486E}" destId="{475F6C09-2F05-4C61-89FC-82456185AD9A}" srcOrd="2" destOrd="0" presId="urn:microsoft.com/office/officeart/2005/8/layout/default"/>
    <dgm:cxn modelId="{9DDA4534-5970-4A08-B89C-7CFFD6A13F89}" type="presParOf" srcId="{3D0650CB-2080-4E31-90F9-05ED3ACB486E}" destId="{5FAD57E9-57D4-48D5-9957-E67BD986F5E7}" srcOrd="3" destOrd="0" presId="urn:microsoft.com/office/officeart/2005/8/layout/default"/>
    <dgm:cxn modelId="{032AE797-87A8-4C1A-861C-B348D382133F}" type="presParOf" srcId="{3D0650CB-2080-4E31-90F9-05ED3ACB486E}" destId="{2438FF85-1393-4A15-A101-D00D1B8E72B7}" srcOrd="4" destOrd="0" presId="urn:microsoft.com/office/officeart/2005/8/layout/default"/>
    <dgm:cxn modelId="{22C92467-72B3-4D2C-88B1-7CB2076D5DD6}" type="presParOf" srcId="{3D0650CB-2080-4E31-90F9-05ED3ACB486E}" destId="{0C509CA1-39A3-4C6F-A583-7024EFB90256}" srcOrd="5" destOrd="0" presId="urn:microsoft.com/office/officeart/2005/8/layout/default"/>
    <dgm:cxn modelId="{8E2A73A1-A21B-4EFF-A8C3-41D801126471}" type="presParOf" srcId="{3D0650CB-2080-4E31-90F9-05ED3ACB486E}" destId="{A098AC33-DF19-4277-B0BF-079E4601DCB3}" srcOrd="6" destOrd="0" presId="urn:microsoft.com/office/officeart/2005/8/layout/default"/>
    <dgm:cxn modelId="{AA8B6C80-1416-4094-B2EE-F79ECCF9333D}" type="presParOf" srcId="{3D0650CB-2080-4E31-90F9-05ED3ACB486E}" destId="{9BDC6D19-7C89-45DD-BAC3-A4D719683B65}" srcOrd="7" destOrd="0" presId="urn:microsoft.com/office/officeart/2005/8/layout/default"/>
    <dgm:cxn modelId="{E488353A-4BAD-49D1-8646-09F76C907D3B}" type="presParOf" srcId="{3D0650CB-2080-4E31-90F9-05ED3ACB486E}" destId="{4D535F0A-1241-4358-873E-389B7045B9AA}" srcOrd="8" destOrd="0" presId="urn:microsoft.com/office/officeart/2005/8/layout/default"/>
    <dgm:cxn modelId="{EA36286A-7BD8-46A4-82C0-870A82C312F4}" type="presParOf" srcId="{3D0650CB-2080-4E31-90F9-05ED3ACB486E}" destId="{79422255-50F3-434F-9C28-65B602630CAF}" srcOrd="9" destOrd="0" presId="urn:microsoft.com/office/officeart/2005/8/layout/default"/>
    <dgm:cxn modelId="{0C8795E0-B7EB-4492-917C-EF24FDA992D7}" type="presParOf" srcId="{3D0650CB-2080-4E31-90F9-05ED3ACB486E}" destId="{94F56244-607C-4E69-9DF3-0F13CCBFA27D}" srcOrd="10" destOrd="0" presId="urn:microsoft.com/office/officeart/2005/8/layout/default"/>
    <dgm:cxn modelId="{C1D8979B-6B9F-4DEC-A2D4-D383965E7C3F}" type="presParOf" srcId="{3D0650CB-2080-4E31-90F9-05ED3ACB486E}" destId="{331FA7E4-79F3-4EC2-A879-D7780C5C847B}" srcOrd="11" destOrd="0" presId="urn:microsoft.com/office/officeart/2005/8/layout/default"/>
    <dgm:cxn modelId="{77F9EC2E-5B60-4561-8863-0C50FFB880A1}" type="presParOf" srcId="{3D0650CB-2080-4E31-90F9-05ED3ACB486E}" destId="{8EB26E55-2BA4-4D65-B173-956233D0701D}" srcOrd="12" destOrd="0" presId="urn:microsoft.com/office/officeart/2005/8/layout/default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8E756-91CB-4DE9-A0E9-FF6A17701BC6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363" y="685800"/>
            <a:ext cx="6137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63B37-2169-444F-AD13-C63F761EE1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0363" y="685800"/>
            <a:ext cx="61372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63B37-2169-444F-AD13-C63F761EE1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830" y="2130426"/>
            <a:ext cx="10436066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1659" y="3886200"/>
            <a:ext cx="859440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856" y="4406901"/>
            <a:ext cx="10436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9856" y="2906713"/>
            <a:ext cx="1043606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3886" y="1600201"/>
            <a:ext cx="542266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1177" y="1600201"/>
            <a:ext cx="542266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886" y="1535113"/>
            <a:ext cx="542479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886" y="2174875"/>
            <a:ext cx="542479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914" y="1535113"/>
            <a:ext cx="54269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14" y="2174875"/>
            <a:ext cx="54269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87" y="273050"/>
            <a:ext cx="403928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250" y="273051"/>
            <a:ext cx="686358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3887" y="1435101"/>
            <a:ext cx="403928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520" y="4800600"/>
            <a:ext cx="7366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6520" y="612775"/>
            <a:ext cx="7366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6520" y="5367338"/>
            <a:ext cx="7366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01351" y="274639"/>
            <a:ext cx="27624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3886" y="274639"/>
            <a:ext cx="808283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3886" y="274638"/>
            <a:ext cx="110499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886" y="1600201"/>
            <a:ext cx="1104995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3886" y="6356351"/>
            <a:ext cx="2864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4890" y="6356351"/>
            <a:ext cx="38879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9036" y="6356351"/>
            <a:ext cx="2864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AZURE –ML Studio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</a:p>
          <a:p>
            <a:r>
              <a:rPr lang="en-US" dirty="0" smtClean="0"/>
              <a:t>Amrita </a:t>
            </a:r>
            <a:r>
              <a:rPr lang="en-US" dirty="0" err="1" smtClean="0"/>
              <a:t>Helwade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Azure ML architecture</a:t>
            </a:r>
            <a:endParaRPr lang="en-US" dirty="0"/>
          </a:p>
        </p:txBody>
      </p:sp>
      <p:pic>
        <p:nvPicPr>
          <p:cNvPr id="6" name="Content Placeholder 5" descr="Azure_ML_Architec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979" y="1600200"/>
            <a:ext cx="10817767" cy="452596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Azure </a:t>
            </a:r>
            <a:r>
              <a:rPr lang="en-IN" dirty="0" err="1" smtClean="0"/>
              <a:t>datastore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4363" y="1600200"/>
          <a:ext cx="11049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Azure ML workspace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14363" y="1600200"/>
          <a:ext cx="11049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flow of Azure ML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2046287" y="1600200"/>
          <a:ext cx="8185150" cy="4557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/>
          <p:cNvGraphicFramePr/>
          <p:nvPr/>
        </p:nvGraphicFramePr>
        <p:xfrm>
          <a:off x="1871662" y="1219200"/>
          <a:ext cx="8185150" cy="5456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/>
          <p:cNvGraphicFramePr/>
          <p:nvPr/>
        </p:nvGraphicFramePr>
        <p:xfrm>
          <a:off x="2046287" y="700616"/>
          <a:ext cx="8185150" cy="5456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AZURE ML Data Manipulation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2046287" y="1600200"/>
          <a:ext cx="8185150" cy="4557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140</Words>
  <Application>Microsoft Office PowerPoint</Application>
  <PresentationFormat>Custom</PresentationFormat>
  <Paragraphs>83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AZURE –ML Studio</vt:lpstr>
      <vt:lpstr>Azure ML architecture</vt:lpstr>
      <vt:lpstr>Azure datastore</vt:lpstr>
      <vt:lpstr>Azure ML workspace</vt:lpstr>
      <vt:lpstr>Work flow of Azure ML</vt:lpstr>
      <vt:lpstr>Slide 6</vt:lpstr>
      <vt:lpstr>Slide 7</vt:lpstr>
      <vt:lpstr>AZURE ML Data Manipulation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–ML Studio</dc:title>
  <dc:creator>Amrita</dc:creator>
  <cp:lastModifiedBy>Amrita</cp:lastModifiedBy>
  <cp:revision>10</cp:revision>
  <dcterms:created xsi:type="dcterms:W3CDTF">2006-08-16T00:00:00Z</dcterms:created>
  <dcterms:modified xsi:type="dcterms:W3CDTF">2023-03-04T16:22:00Z</dcterms:modified>
</cp:coreProperties>
</file>