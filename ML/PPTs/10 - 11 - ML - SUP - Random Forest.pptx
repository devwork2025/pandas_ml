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6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sldSz cx="9144000" cy="5143500" type="screen16x9"/>
  <p:notesSz cx="6858000" cy="9945688"/>
  <p:embeddedFontLst>
    <p:embeddedFont>
      <p:font typeface="Gill Sans" panose="020B0604020202020204" charset="0"/>
      <p:regular r:id="rId65"/>
      <p:bold r:id="rId6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1" roundtripDataSignature="AMtx7mitU64UNxz535Yqw8ApZGH0/ztT0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3B48A69-2272-48FE-9D3E-C39C44B4330A}">
  <a:tblStyle styleId="{83B48A69-2272-48FE-9D3E-C39C44B4330A}" styleName="Table_0">
    <a:wholeTbl>
      <a:tcTxStyle b="off" i="off">
        <a:font>
          <a:latin typeface="Gill Sans MT"/>
          <a:ea typeface="Gill Sans MT"/>
          <a:cs typeface="Gill Sans MT"/>
        </a:font>
        <a:schemeClr val="dk1"/>
      </a:tcTxStyle>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op>
            <a:ln w="9525" cap="flat" cmpd="sng">
              <a:solidFill>
                <a:schemeClr val="accent2"/>
              </a:solidFill>
              <a:prstDash val="solid"/>
              <a:round/>
              <a:headEnd type="none" w="sm" len="sm"/>
              <a:tailEnd type="none" w="sm" len="sm"/>
            </a:ln>
          </a:top>
          <a:bottom>
            <a:ln w="9525" cap="flat" cmpd="sng">
              <a:solidFill>
                <a:schemeClr val="accent2"/>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op>
            <a:ln w="9525" cap="flat" cmpd="sng">
              <a:solidFill>
                <a:schemeClr val="accent2"/>
              </a:solidFill>
              <a:prstDash val="solid"/>
              <a:round/>
              <a:headEnd type="none" w="sm" len="sm"/>
              <a:tailEnd type="none" w="sm" len="sm"/>
            </a:ln>
          </a:top>
          <a:bottom>
            <a:ln w="9525" cap="flat" cmpd="sng">
              <a:solidFill>
                <a:schemeClr val="accent2"/>
              </a:solidFill>
              <a:prstDash val="solid"/>
              <a:round/>
              <a:headEnd type="none" w="sm" len="sm"/>
              <a:tailEnd type="none" w="sm" len="sm"/>
            </a:ln>
          </a:bottom>
        </a:tcBdr>
      </a:tcStyle>
    </a:band1H>
    <a:band2H>
      <a:tcTxStyle/>
      <a:tcStyle>
        <a:tcBdr/>
      </a:tcStyle>
    </a:band2H>
    <a:band1V>
      <a:tcTxStyle/>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cBdr>
      </a:tcStyle>
    </a:band1V>
    <a:band2V>
      <a:tcTxStyle/>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cBdr>
      </a:tcStyle>
    </a:band2V>
    <a:lastCol>
      <a:tcTxStyle b="on" i="off"/>
      <a:tcStyle>
        <a:tcBdr/>
      </a:tcStyle>
    </a:lastCol>
    <a:firstCol>
      <a:tcTxStyle b="on" i="off"/>
      <a:tcStyle>
        <a:tcBdr/>
      </a:tcStyle>
    </a:firstCol>
    <a:lastRow>
      <a:tcTxStyle b="on" i="off"/>
      <a:tcStyle>
        <a:tcBdr>
          <a:top>
            <a:ln w="50800" cap="flat" cmpd="sng">
              <a:solidFill>
                <a:schemeClr val="accent2"/>
              </a:solidFill>
              <a:prstDash val="solid"/>
              <a:round/>
              <a:headEnd type="none" w="sm" len="sm"/>
              <a:tailEnd type="none" w="sm" len="sm"/>
            </a:ln>
          </a:top>
        </a:tcBdr>
      </a:tcStyle>
    </a:lastRow>
    <a:seCell>
      <a:tcTxStyle/>
      <a:tcStyle>
        <a:tcBdr/>
      </a:tcStyle>
    </a:seCell>
    <a:swCell>
      <a:tcTxStyle/>
      <a:tcStyle>
        <a:tcBdr/>
      </a:tcStyle>
    </a:swCell>
    <a:firstRow>
      <a:tcTxStyle b="on" i="off">
        <a:font>
          <a:latin typeface="Gill Sans MT"/>
          <a:ea typeface="Gill Sans MT"/>
          <a:cs typeface="Gill Sans MT"/>
        </a:font>
        <a:schemeClr val="lt1"/>
      </a:tcTxStyle>
      <a:tcStyle>
        <a:tcBdr/>
        <a:fill>
          <a:solidFill>
            <a:schemeClr val="accent2"/>
          </a:solidFill>
        </a:fill>
      </a:tcStyle>
    </a:firstRow>
    <a:neCell>
      <a:tcTxStyle/>
      <a:tcStyle>
        <a:tcBdr/>
      </a:tcStyle>
    </a:neCell>
    <a:nwCell>
      <a:tcTxStyle/>
      <a:tcStyle>
        <a:tcBdr/>
      </a:tcStyle>
    </a:nwCell>
  </a:tblStyle>
  <a:tblStyle styleId="{AFC9C223-37FB-4736-B340-1E9EAC505F9D}"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9" d="100"/>
          <a:sy n="119" d="100"/>
        </p:scale>
        <p:origin x="418" y="8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7" Type="http://schemas.openxmlformats.org/officeDocument/2006/relationships/slide" Target="slides/slide6.xml"/><Relationship Id="rId71"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2.fntdata"/><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1.fntdata"/><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724202"/>
            <a:ext cx="5486400" cy="447556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1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1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1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1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1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1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1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1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1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1: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 name="Google Shape;51;p1: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2: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2: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3: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3" name="Google Shape;83;p3: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4: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4: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5: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5: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6: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 name="Google Shape;108;p6: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7: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7: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8: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 name="Google Shape;127;p8: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p9: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10: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3" name="Google Shape;143;p10: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1: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1" name="Google Shape;151;p11: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2: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12: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3: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1" name="Google Shape;231;p13: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4: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0" name="Google Shape;240;p14: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5: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8" name="Google Shape;248;p15: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16: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6" name="Google Shape;256;p16: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17: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4" name="Google Shape;264;p17: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19: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1" name="Google Shape;281;p19: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20: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9" name="Google Shape;289;p20: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21: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7" name="Google Shape;297;p21: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2: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2: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23: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4" name="Google Shape;314;p23: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24: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2" name="Google Shape;322;p24: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25: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0" name="Google Shape;330;p25: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26: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8" name="Google Shape;338;p26: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27: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6" name="Google Shape;346;p27: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28: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4" name="Google Shape;354;p28: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29: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2" name="Google Shape;362;p29: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30: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0" name="Google Shape;370;p30: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31: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8" name="Google Shape;378;p31: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32: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7" name="Google Shape;387;p32: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33: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5" name="Google Shape;395;p33: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34: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3" name="Google Shape;403;p34: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p35: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2" name="Google Shape;412;p35: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p36: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0" name="Google Shape;420;p36: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p37: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9" name="Google Shape;429;p37: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38: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7" name="Google Shape;437;p38: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39: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5" name="Google Shape;445;p39: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40: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3" name="Google Shape;453;p40: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41: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41: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p42: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1" name="Google Shape;471;p42: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43: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0" name="Google Shape;480;p43: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p44: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8" name="Google Shape;488;p44: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p45: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6" name="Google Shape;496;p45: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46: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4" name="Google Shape;504;p46: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47: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7: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p48: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0" name="Google Shape;520;p48: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p49: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8" name="Google Shape;528;p49: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50: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6" name="Google Shape;536;p50: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p51: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4" name="Google Shape;544;p51: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p52: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2" name="Google Shape;552;p52: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p53: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0" name="Google Shape;560;p53: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p54: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8" name="Google Shape;568;p54: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p55: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6" name="Google Shape;576;p55: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p56: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4" name="Google Shape;584;p56: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p57: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2" name="Google Shape;592;p57: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p58: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0" name="Google Shape;600;p58: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p59: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8" name="Google Shape;608;p59: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p60: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6" name="Google Shape;616;p60: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p61: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4" name="Google Shape;624;p61: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p62:notes"/>
          <p:cNvSpPr txBox="1">
            <a:spLocks noGrp="1"/>
          </p:cNvSpPr>
          <p:nvPr>
            <p:ph type="body" idx="1"/>
          </p:nvPr>
        </p:nvSpPr>
        <p:spPr>
          <a:xfrm>
            <a:off x="685800" y="4724202"/>
            <a:ext cx="5486400" cy="44755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2" name="Google Shape;632;p62: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1"/>
        <p:cNvGrpSpPr/>
        <p:nvPr/>
      </p:nvGrpSpPr>
      <p:grpSpPr>
        <a:xfrm>
          <a:off x="0" y="0"/>
          <a:ext cx="0" cy="0"/>
          <a:chOff x="0" y="0"/>
          <a:chExt cx="0" cy="0"/>
        </a:xfrm>
      </p:grpSpPr>
      <p:sp>
        <p:nvSpPr>
          <p:cNvPr id="12" name="Google Shape;12;p64"/>
          <p:cNvSpPr/>
          <p:nvPr/>
        </p:nvSpPr>
        <p:spPr>
          <a:xfrm>
            <a:off x="0" y="0"/>
            <a:ext cx="4572000" cy="5143500"/>
          </a:xfrm>
          <a:prstGeom prst="rect">
            <a:avLst/>
          </a:prstGeom>
          <a:solidFill>
            <a:srgbClr val="D8D5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64"/>
          <p:cNvSpPr txBox="1">
            <a:spLocks noGrp="1"/>
          </p:cNvSpPr>
          <p:nvPr>
            <p:ph type="title"/>
          </p:nvPr>
        </p:nvSpPr>
        <p:spPr>
          <a:xfrm>
            <a:off x="603504" y="1682871"/>
            <a:ext cx="3364992" cy="856123"/>
          </a:xfrm>
          <a:prstGeom prst="rect">
            <a:avLst/>
          </a:prstGeom>
          <a:solidFill>
            <a:srgbClr val="FFFFFF"/>
          </a:solidFill>
          <a:ln w="9525" cap="flat" cmpd="sng">
            <a:solidFill>
              <a:srgbClr val="404040"/>
            </a:solidFill>
            <a:prstDash val="solid"/>
            <a:round/>
            <a:headEnd type="none" w="sm" len="sm"/>
            <a:tailEnd type="none" w="sm" len="sm"/>
          </a:ln>
        </p:spPr>
        <p:txBody>
          <a:bodyPr spcFirstLastPara="1" wrap="square" lIns="182875" tIns="182875" rIns="182875" bIns="182875" anchor="ctr" anchorCtr="1">
            <a:normAutofit/>
          </a:bodyPr>
          <a:lstStyle>
            <a:lvl1pPr lvl="0" algn="l">
              <a:lnSpc>
                <a:spcPct val="90000"/>
              </a:lnSpc>
              <a:spcBef>
                <a:spcPts val="0"/>
              </a:spcBef>
              <a:spcAft>
                <a:spcPts val="0"/>
              </a:spcAft>
              <a:buClr>
                <a:srgbClr val="00B050"/>
              </a:buClr>
              <a:buSzPts val="1650"/>
              <a:buFont typeface="Gill Sans"/>
              <a:buNone/>
              <a:defRPr sz="1650">
                <a:solidFill>
                  <a:srgbClr val="00B05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 name="Google Shape;14;p64"/>
          <p:cNvSpPr txBox="1">
            <a:spLocks noGrp="1"/>
          </p:cNvSpPr>
          <p:nvPr>
            <p:ph type="body" idx="1"/>
          </p:nvPr>
        </p:nvSpPr>
        <p:spPr>
          <a:xfrm>
            <a:off x="4665518" y="748144"/>
            <a:ext cx="4405746" cy="4010892"/>
          </a:xfrm>
          <a:prstGeom prst="rect">
            <a:avLst/>
          </a:prstGeom>
          <a:noFill/>
          <a:ln>
            <a:noFill/>
          </a:ln>
        </p:spPr>
        <p:txBody>
          <a:bodyPr spcFirstLastPara="1" wrap="square" lIns="91425" tIns="45700" rIns="91425" bIns="45700" anchor="t" anchorCtr="0">
            <a:normAutofit/>
          </a:bodyPr>
          <a:lstStyle>
            <a:lvl1pPr marL="457200" lvl="0" indent="-319087" algn="l">
              <a:lnSpc>
                <a:spcPct val="100000"/>
              </a:lnSpc>
              <a:spcBef>
                <a:spcPts val="750"/>
              </a:spcBef>
              <a:spcAft>
                <a:spcPts val="0"/>
              </a:spcAft>
              <a:buSzPts val="1425"/>
              <a:buChar char="•"/>
              <a:defRPr sz="1425">
                <a:solidFill>
                  <a:schemeClr val="dk1"/>
                </a:solidFill>
              </a:defRPr>
            </a:lvl1pPr>
            <a:lvl2pPr marL="914400" lvl="1" indent="-304800" algn="l">
              <a:lnSpc>
                <a:spcPct val="100000"/>
              </a:lnSpc>
              <a:spcBef>
                <a:spcPts val="750"/>
              </a:spcBef>
              <a:spcAft>
                <a:spcPts val="0"/>
              </a:spcAft>
              <a:buSzPts val="1200"/>
              <a:buChar char="•"/>
              <a:defRPr sz="1200">
                <a:solidFill>
                  <a:schemeClr val="dk1"/>
                </a:solidFill>
              </a:defRPr>
            </a:lvl2pPr>
            <a:lvl3pPr marL="1371600" lvl="2" indent="-304800" algn="l">
              <a:lnSpc>
                <a:spcPct val="100000"/>
              </a:lnSpc>
              <a:spcBef>
                <a:spcPts val="750"/>
              </a:spcBef>
              <a:spcAft>
                <a:spcPts val="0"/>
              </a:spcAft>
              <a:buSzPts val="1200"/>
              <a:buChar char="•"/>
              <a:defRPr sz="1200">
                <a:solidFill>
                  <a:schemeClr val="dk1"/>
                </a:solidFill>
              </a:defRPr>
            </a:lvl3pPr>
            <a:lvl4pPr marL="1828800" lvl="3" indent="-304800" algn="l">
              <a:lnSpc>
                <a:spcPct val="100000"/>
              </a:lnSpc>
              <a:spcBef>
                <a:spcPts val="750"/>
              </a:spcBef>
              <a:spcAft>
                <a:spcPts val="0"/>
              </a:spcAft>
              <a:buSzPts val="1200"/>
              <a:buChar char="•"/>
              <a:defRPr sz="1200">
                <a:solidFill>
                  <a:schemeClr val="dk1"/>
                </a:solidFill>
              </a:defRPr>
            </a:lvl4pPr>
            <a:lvl5pPr marL="2286000" lvl="4" indent="-304800" algn="l">
              <a:lnSpc>
                <a:spcPct val="100000"/>
              </a:lnSpc>
              <a:spcBef>
                <a:spcPts val="750"/>
              </a:spcBef>
              <a:spcAft>
                <a:spcPts val="0"/>
              </a:spcAft>
              <a:buSzPts val="1200"/>
              <a:buChar char="•"/>
              <a:defRPr sz="1200">
                <a:solidFill>
                  <a:schemeClr val="dk1"/>
                </a:solidFill>
              </a:defRPr>
            </a:lvl5pPr>
            <a:lvl6pPr marL="2743200" lvl="5" indent="-304800" algn="l">
              <a:lnSpc>
                <a:spcPct val="100000"/>
              </a:lnSpc>
              <a:spcBef>
                <a:spcPts val="750"/>
              </a:spcBef>
              <a:spcAft>
                <a:spcPts val="0"/>
              </a:spcAft>
              <a:buSzPts val="1200"/>
              <a:buChar char="•"/>
              <a:defRPr sz="1200"/>
            </a:lvl6pPr>
            <a:lvl7pPr marL="3200400" lvl="6" indent="-304800" algn="l">
              <a:lnSpc>
                <a:spcPct val="100000"/>
              </a:lnSpc>
              <a:spcBef>
                <a:spcPts val="750"/>
              </a:spcBef>
              <a:spcAft>
                <a:spcPts val="0"/>
              </a:spcAft>
              <a:buSzPts val="1200"/>
              <a:buChar char="•"/>
              <a:defRPr sz="1200"/>
            </a:lvl7pPr>
            <a:lvl8pPr marL="3657600" lvl="7" indent="-304800" algn="l">
              <a:lnSpc>
                <a:spcPct val="100000"/>
              </a:lnSpc>
              <a:spcBef>
                <a:spcPts val="750"/>
              </a:spcBef>
              <a:spcAft>
                <a:spcPts val="0"/>
              </a:spcAft>
              <a:buSzPts val="1200"/>
              <a:buChar char="•"/>
              <a:defRPr sz="1200"/>
            </a:lvl8pPr>
            <a:lvl9pPr marL="4114800" lvl="8" indent="-304800" algn="l">
              <a:lnSpc>
                <a:spcPct val="100000"/>
              </a:lnSpc>
              <a:spcBef>
                <a:spcPts val="750"/>
              </a:spcBef>
              <a:spcAft>
                <a:spcPts val="0"/>
              </a:spcAft>
              <a:buSzPts val="1200"/>
              <a:buChar char="•"/>
              <a:defRPr sz="1200"/>
            </a:lvl9pPr>
          </a:lstStyle>
          <a:p>
            <a:endParaRPr/>
          </a:p>
        </p:txBody>
      </p:sp>
      <p:sp>
        <p:nvSpPr>
          <p:cNvPr id="15" name="Google Shape;15;p64"/>
          <p:cNvSpPr txBox="1">
            <a:spLocks noGrp="1"/>
          </p:cNvSpPr>
          <p:nvPr>
            <p:ph type="body" idx="2"/>
          </p:nvPr>
        </p:nvSpPr>
        <p:spPr>
          <a:xfrm>
            <a:off x="836676" y="2662439"/>
            <a:ext cx="2846070" cy="1645527"/>
          </a:xfrm>
          <a:prstGeom prst="rect">
            <a:avLst/>
          </a:prstGeom>
          <a:noFill/>
          <a:ln>
            <a:noFill/>
          </a:ln>
        </p:spPr>
        <p:txBody>
          <a:bodyPr spcFirstLastPara="1" wrap="square" lIns="91425" tIns="45700" rIns="91425" bIns="45700" anchor="t" anchorCtr="1">
            <a:normAutofit/>
          </a:bodyPr>
          <a:lstStyle>
            <a:lvl1pPr marL="457200" lvl="0" indent="-228600" algn="ctr">
              <a:lnSpc>
                <a:spcPct val="100000"/>
              </a:lnSpc>
              <a:spcBef>
                <a:spcPts val="750"/>
              </a:spcBef>
              <a:spcAft>
                <a:spcPts val="0"/>
              </a:spcAft>
              <a:buSzPts val="1125"/>
              <a:buNone/>
              <a:defRPr sz="1125">
                <a:solidFill>
                  <a:srgbClr val="FFFFFF"/>
                </a:solidFill>
              </a:defRPr>
            </a:lvl1pPr>
            <a:lvl2pPr marL="914400" lvl="1" indent="-228600" algn="l">
              <a:lnSpc>
                <a:spcPct val="100000"/>
              </a:lnSpc>
              <a:spcBef>
                <a:spcPts val="750"/>
              </a:spcBef>
              <a:spcAft>
                <a:spcPts val="0"/>
              </a:spcAft>
              <a:buSzPts val="1050"/>
              <a:buNone/>
              <a:defRPr sz="1050"/>
            </a:lvl2pPr>
            <a:lvl3pPr marL="1371600" lvl="2" indent="-228600" algn="l">
              <a:lnSpc>
                <a:spcPct val="100000"/>
              </a:lnSpc>
              <a:spcBef>
                <a:spcPts val="750"/>
              </a:spcBef>
              <a:spcAft>
                <a:spcPts val="0"/>
              </a:spcAft>
              <a:buSzPts val="900"/>
              <a:buNone/>
              <a:defRPr sz="900"/>
            </a:lvl3pPr>
            <a:lvl4pPr marL="1828800" lvl="3" indent="-228600" algn="l">
              <a:lnSpc>
                <a:spcPct val="100000"/>
              </a:lnSpc>
              <a:spcBef>
                <a:spcPts val="750"/>
              </a:spcBef>
              <a:spcAft>
                <a:spcPts val="0"/>
              </a:spcAft>
              <a:buSzPts val="750"/>
              <a:buNone/>
              <a:defRPr sz="750"/>
            </a:lvl4pPr>
            <a:lvl5pPr marL="2286000" lvl="4" indent="-228600" algn="l">
              <a:lnSpc>
                <a:spcPct val="100000"/>
              </a:lnSpc>
              <a:spcBef>
                <a:spcPts val="750"/>
              </a:spcBef>
              <a:spcAft>
                <a:spcPts val="0"/>
              </a:spcAft>
              <a:buSzPts val="750"/>
              <a:buNone/>
              <a:defRPr sz="750"/>
            </a:lvl5pPr>
            <a:lvl6pPr marL="2743200" lvl="5" indent="-228600" algn="l">
              <a:lnSpc>
                <a:spcPct val="100000"/>
              </a:lnSpc>
              <a:spcBef>
                <a:spcPts val="750"/>
              </a:spcBef>
              <a:spcAft>
                <a:spcPts val="0"/>
              </a:spcAft>
              <a:buSzPts val="750"/>
              <a:buNone/>
              <a:defRPr sz="750"/>
            </a:lvl6pPr>
            <a:lvl7pPr marL="3200400" lvl="6" indent="-228600" algn="l">
              <a:lnSpc>
                <a:spcPct val="100000"/>
              </a:lnSpc>
              <a:spcBef>
                <a:spcPts val="750"/>
              </a:spcBef>
              <a:spcAft>
                <a:spcPts val="0"/>
              </a:spcAft>
              <a:buSzPts val="750"/>
              <a:buNone/>
              <a:defRPr sz="750"/>
            </a:lvl7pPr>
            <a:lvl8pPr marL="3657600" lvl="7" indent="-228600" algn="l">
              <a:lnSpc>
                <a:spcPct val="100000"/>
              </a:lnSpc>
              <a:spcBef>
                <a:spcPts val="750"/>
              </a:spcBef>
              <a:spcAft>
                <a:spcPts val="0"/>
              </a:spcAft>
              <a:buSzPts val="750"/>
              <a:buNone/>
              <a:defRPr sz="750"/>
            </a:lvl8pPr>
            <a:lvl9pPr marL="4114800" lvl="8" indent="-228600" algn="l">
              <a:lnSpc>
                <a:spcPct val="100000"/>
              </a:lnSpc>
              <a:spcBef>
                <a:spcPts val="750"/>
              </a:spcBef>
              <a:spcAft>
                <a:spcPts val="0"/>
              </a:spcAft>
              <a:buSzPts val="750"/>
              <a:buNone/>
              <a:defRPr sz="750"/>
            </a:lvl9pPr>
          </a:lstStyle>
          <a:p>
            <a:endParaRPr/>
          </a:p>
        </p:txBody>
      </p:sp>
      <p:sp>
        <p:nvSpPr>
          <p:cNvPr id="16" name="Google Shape;16;p64"/>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64"/>
          <p:cNvSpPr txBox="1">
            <a:spLocks noGrp="1"/>
          </p:cNvSpPr>
          <p:nvPr>
            <p:ph type="ftr" idx="11"/>
          </p:nvPr>
        </p:nvSpPr>
        <p:spPr>
          <a:xfrm>
            <a:off x="603504" y="4677156"/>
            <a:ext cx="3843598" cy="24003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rgbClr val="FFFFFF"/>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8"/>
        <p:cNvGrpSpPr/>
        <p:nvPr/>
      </p:nvGrpSpPr>
      <p:grpSpPr>
        <a:xfrm>
          <a:off x="0" y="0"/>
          <a:ext cx="0" cy="0"/>
          <a:chOff x="0" y="0"/>
          <a:chExt cx="0" cy="0"/>
        </a:xfrm>
      </p:grpSpPr>
      <p:sp>
        <p:nvSpPr>
          <p:cNvPr id="19" name="Google Shape;19;p65"/>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lvl1pPr lvl="0" algn="l">
              <a:lnSpc>
                <a:spcPct val="90000"/>
              </a:lnSpc>
              <a:spcBef>
                <a:spcPts val="0"/>
              </a:spcBef>
              <a:spcAft>
                <a:spcPts val="0"/>
              </a:spcAft>
              <a:buClr>
                <a:srgbClr val="00B05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65"/>
          <p:cNvSpPr txBox="1">
            <a:spLocks noGrp="1"/>
          </p:cNvSpPr>
          <p:nvPr>
            <p:ph type="body" idx="1"/>
          </p:nvPr>
        </p:nvSpPr>
        <p:spPr>
          <a:xfrm>
            <a:off x="0" y="891539"/>
            <a:ext cx="9144000" cy="3971405"/>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750"/>
              </a:spcBef>
              <a:spcAft>
                <a:spcPts val="0"/>
              </a:spcAft>
              <a:buSzPts val="1800"/>
              <a:buChar char="•"/>
              <a:defRPr/>
            </a:lvl1pPr>
            <a:lvl2pPr marL="914400" lvl="1" indent="-342900" algn="l">
              <a:lnSpc>
                <a:spcPct val="100000"/>
              </a:lnSpc>
              <a:spcBef>
                <a:spcPts val="750"/>
              </a:spcBef>
              <a:spcAft>
                <a:spcPts val="0"/>
              </a:spcAft>
              <a:buSzPts val="1800"/>
              <a:buChar char="•"/>
              <a:defRPr/>
            </a:lvl2pPr>
            <a:lvl3pPr marL="1371600" lvl="2" indent="-342900" algn="l">
              <a:lnSpc>
                <a:spcPct val="100000"/>
              </a:lnSpc>
              <a:spcBef>
                <a:spcPts val="750"/>
              </a:spcBef>
              <a:spcAft>
                <a:spcPts val="0"/>
              </a:spcAft>
              <a:buSzPts val="1800"/>
              <a:buChar char="•"/>
              <a:defRPr/>
            </a:lvl3pPr>
            <a:lvl4pPr marL="1828800" lvl="3" indent="-342900" algn="l">
              <a:lnSpc>
                <a:spcPct val="100000"/>
              </a:lnSpc>
              <a:spcBef>
                <a:spcPts val="750"/>
              </a:spcBef>
              <a:spcAft>
                <a:spcPts val="0"/>
              </a:spcAft>
              <a:buSzPts val="1800"/>
              <a:buChar char="•"/>
              <a:defRPr/>
            </a:lvl4pPr>
            <a:lvl5pPr marL="2286000" lvl="4" indent="-342900" algn="l">
              <a:lnSpc>
                <a:spcPct val="100000"/>
              </a:lnSpc>
              <a:spcBef>
                <a:spcPts val="750"/>
              </a:spcBef>
              <a:spcAft>
                <a:spcPts val="0"/>
              </a:spcAft>
              <a:buSzPts val="1800"/>
              <a:buChar char="•"/>
              <a:defRPr/>
            </a:lvl5pPr>
            <a:lvl6pPr marL="2743200" lvl="5" indent="-342900" algn="l">
              <a:lnSpc>
                <a:spcPct val="100000"/>
              </a:lnSpc>
              <a:spcBef>
                <a:spcPts val="750"/>
              </a:spcBef>
              <a:spcAft>
                <a:spcPts val="0"/>
              </a:spcAft>
              <a:buSzPts val="1800"/>
              <a:buChar char="•"/>
              <a:defRPr/>
            </a:lvl6pPr>
            <a:lvl7pPr marL="3200400" lvl="6" indent="-342900" algn="l">
              <a:lnSpc>
                <a:spcPct val="100000"/>
              </a:lnSpc>
              <a:spcBef>
                <a:spcPts val="750"/>
              </a:spcBef>
              <a:spcAft>
                <a:spcPts val="0"/>
              </a:spcAft>
              <a:buSzPts val="1800"/>
              <a:buChar char="•"/>
              <a:defRPr/>
            </a:lvl7pPr>
            <a:lvl8pPr marL="3657600" lvl="7" indent="-342900" algn="l">
              <a:lnSpc>
                <a:spcPct val="100000"/>
              </a:lnSpc>
              <a:spcBef>
                <a:spcPts val="750"/>
              </a:spcBef>
              <a:spcAft>
                <a:spcPts val="0"/>
              </a:spcAft>
              <a:buSzPts val="1800"/>
              <a:buChar char="•"/>
              <a:defRPr/>
            </a:lvl8pPr>
            <a:lvl9pPr marL="4114800" lvl="8" indent="-342900" algn="l">
              <a:lnSpc>
                <a:spcPct val="100000"/>
              </a:lnSpc>
              <a:spcBef>
                <a:spcPts val="750"/>
              </a:spcBef>
              <a:spcAft>
                <a:spcPts val="0"/>
              </a:spcAft>
              <a:buSzPts val="1800"/>
              <a:buChar char="•"/>
              <a:defRPr/>
            </a:lvl9pPr>
          </a:lstStyle>
          <a:p>
            <a:endParaRPr/>
          </a:p>
        </p:txBody>
      </p:sp>
      <p:sp>
        <p:nvSpPr>
          <p:cNvPr id="21" name="Google Shape;21;p65"/>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65"/>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888888"/>
                </a:solidFill>
                <a:latin typeface="Gill Sans"/>
                <a:ea typeface="Gill Sans"/>
                <a:cs typeface="Gill Sans"/>
                <a:sym typeface="Gill Sans"/>
              </a:defRPr>
            </a:lvl1pPr>
            <a:lvl2pPr marL="0" lvl="1" indent="0" algn="r">
              <a:spcBef>
                <a:spcPts val="0"/>
              </a:spcBef>
              <a:buNone/>
              <a:defRPr sz="1200" b="0" i="0" u="none" strike="noStrike" cap="none">
                <a:solidFill>
                  <a:srgbClr val="888888"/>
                </a:solidFill>
                <a:latin typeface="Gill Sans"/>
                <a:ea typeface="Gill Sans"/>
                <a:cs typeface="Gill Sans"/>
                <a:sym typeface="Gill Sans"/>
              </a:defRPr>
            </a:lvl2pPr>
            <a:lvl3pPr marL="0" lvl="2" indent="0" algn="r">
              <a:spcBef>
                <a:spcPts val="0"/>
              </a:spcBef>
              <a:buNone/>
              <a:defRPr sz="1200" b="0" i="0" u="none" strike="noStrike" cap="none">
                <a:solidFill>
                  <a:srgbClr val="888888"/>
                </a:solidFill>
                <a:latin typeface="Gill Sans"/>
                <a:ea typeface="Gill Sans"/>
                <a:cs typeface="Gill Sans"/>
                <a:sym typeface="Gill Sans"/>
              </a:defRPr>
            </a:lvl3pPr>
            <a:lvl4pPr marL="0" lvl="3" indent="0" algn="r">
              <a:spcBef>
                <a:spcPts val="0"/>
              </a:spcBef>
              <a:buNone/>
              <a:defRPr sz="1200" b="0" i="0" u="none" strike="noStrike" cap="none">
                <a:solidFill>
                  <a:srgbClr val="888888"/>
                </a:solidFill>
                <a:latin typeface="Gill Sans"/>
                <a:ea typeface="Gill Sans"/>
                <a:cs typeface="Gill Sans"/>
                <a:sym typeface="Gill Sans"/>
              </a:defRPr>
            </a:lvl4pPr>
            <a:lvl5pPr marL="0" lvl="4" indent="0" algn="r">
              <a:spcBef>
                <a:spcPts val="0"/>
              </a:spcBef>
              <a:buNone/>
              <a:defRPr sz="1200" b="0" i="0" u="none" strike="noStrike" cap="none">
                <a:solidFill>
                  <a:srgbClr val="888888"/>
                </a:solidFill>
                <a:latin typeface="Gill Sans"/>
                <a:ea typeface="Gill Sans"/>
                <a:cs typeface="Gill Sans"/>
                <a:sym typeface="Gill Sans"/>
              </a:defRPr>
            </a:lvl5pPr>
            <a:lvl6pPr marL="0" lvl="5" indent="0" algn="r">
              <a:spcBef>
                <a:spcPts val="0"/>
              </a:spcBef>
              <a:buNone/>
              <a:defRPr sz="1200" b="0" i="0" u="none" strike="noStrike" cap="none">
                <a:solidFill>
                  <a:srgbClr val="888888"/>
                </a:solidFill>
                <a:latin typeface="Gill Sans"/>
                <a:ea typeface="Gill Sans"/>
                <a:cs typeface="Gill Sans"/>
                <a:sym typeface="Gill Sans"/>
              </a:defRPr>
            </a:lvl6pPr>
            <a:lvl7pPr marL="0" lvl="6" indent="0" algn="r">
              <a:spcBef>
                <a:spcPts val="0"/>
              </a:spcBef>
              <a:buNone/>
              <a:defRPr sz="1200" b="0" i="0" u="none" strike="noStrike" cap="none">
                <a:solidFill>
                  <a:srgbClr val="888888"/>
                </a:solidFill>
                <a:latin typeface="Gill Sans"/>
                <a:ea typeface="Gill Sans"/>
                <a:cs typeface="Gill Sans"/>
                <a:sym typeface="Gill Sans"/>
              </a:defRPr>
            </a:lvl7pPr>
            <a:lvl8pPr marL="0" lvl="7" indent="0" algn="r">
              <a:spcBef>
                <a:spcPts val="0"/>
              </a:spcBef>
              <a:buNone/>
              <a:defRPr sz="1200" b="0" i="0" u="none" strike="noStrike" cap="none">
                <a:solidFill>
                  <a:srgbClr val="888888"/>
                </a:solidFill>
                <a:latin typeface="Gill Sans"/>
                <a:ea typeface="Gill Sans"/>
                <a:cs typeface="Gill Sans"/>
                <a:sym typeface="Gill Sans"/>
              </a:defRPr>
            </a:lvl8pPr>
            <a:lvl9pPr marL="0" lvl="8" indent="0" algn="r">
              <a:spcBef>
                <a:spcPts val="0"/>
              </a:spcBef>
              <a:buNone/>
              <a:defRPr sz="1200" b="0" i="0" u="none" strike="noStrike" cap="none">
                <a:solidFill>
                  <a:srgbClr val="888888"/>
                </a:solidFill>
                <a:latin typeface="Gill Sans"/>
                <a:ea typeface="Gill Sans"/>
                <a:cs typeface="Gill Sans"/>
                <a:sym typeface="Gill Sans"/>
              </a:defRPr>
            </a:lvl9pPr>
          </a:lstStyle>
          <a:p>
            <a:pPr marL="0" lvl="0" indent="0" algn="r" rtl="0">
              <a:spcBef>
                <a:spcPts val="0"/>
              </a:spcBef>
              <a:spcAft>
                <a:spcPts val="0"/>
              </a:spcAft>
              <a:buNone/>
            </a:pPr>
            <a:r>
              <a:rPr lang="en-US"/>
              <a:t>Slide no. </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D8D5D0"/>
        </a:solidFill>
        <a:effectLst/>
      </p:bgPr>
    </p:bg>
    <p:spTree>
      <p:nvGrpSpPr>
        <p:cNvPr id="1" name="Shape 23"/>
        <p:cNvGrpSpPr/>
        <p:nvPr/>
      </p:nvGrpSpPr>
      <p:grpSpPr>
        <a:xfrm>
          <a:off x="0" y="0"/>
          <a:ext cx="0" cy="0"/>
          <a:chOff x="0" y="0"/>
          <a:chExt cx="0" cy="0"/>
        </a:xfrm>
      </p:grpSpPr>
      <p:sp>
        <p:nvSpPr>
          <p:cNvPr id="24" name="Google Shape;24;p66"/>
          <p:cNvSpPr txBox="1">
            <a:spLocks noGrp="1"/>
          </p:cNvSpPr>
          <p:nvPr>
            <p:ph type="ctrTitle"/>
          </p:nvPr>
        </p:nvSpPr>
        <p:spPr>
          <a:xfrm>
            <a:off x="1200150" y="1790058"/>
            <a:ext cx="6743700" cy="1234440"/>
          </a:xfrm>
          <a:prstGeom prst="rect">
            <a:avLst/>
          </a:prstGeom>
          <a:solidFill>
            <a:srgbClr val="FFFFFF"/>
          </a:solidFill>
          <a:ln w="38100" cap="flat" cmpd="sng">
            <a:solidFill>
              <a:srgbClr val="404040"/>
            </a:solidFill>
            <a:prstDash val="solid"/>
            <a:round/>
            <a:headEnd type="none" w="sm" len="sm"/>
            <a:tailEnd type="none" w="sm" len="sm"/>
          </a:ln>
        </p:spPr>
        <p:txBody>
          <a:bodyPr spcFirstLastPara="1" wrap="square" lIns="274300" tIns="182875" rIns="274300" bIns="182875" anchor="ctr" anchorCtr="1">
            <a:normAutofit/>
          </a:bodyPr>
          <a:lstStyle>
            <a:lvl1pPr lvl="0" algn="ctr">
              <a:lnSpc>
                <a:spcPct val="90000"/>
              </a:lnSpc>
              <a:spcBef>
                <a:spcPts val="0"/>
              </a:spcBef>
              <a:spcAft>
                <a:spcPts val="0"/>
              </a:spcAft>
              <a:buClr>
                <a:srgbClr val="00B050"/>
              </a:buClr>
              <a:buSzPts val="2850"/>
              <a:buFont typeface="Gill Sans"/>
              <a:buNone/>
              <a:defRPr sz="2850">
                <a:solidFill>
                  <a:srgbClr val="00B05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66"/>
          <p:cNvSpPr txBox="1">
            <a:spLocks noGrp="1"/>
          </p:cNvSpPr>
          <p:nvPr>
            <p:ph type="subTitle" idx="1"/>
          </p:nvPr>
        </p:nvSpPr>
        <p:spPr>
          <a:xfrm>
            <a:off x="2021396" y="3264408"/>
            <a:ext cx="5101209" cy="929921"/>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750"/>
              </a:spcBef>
              <a:spcAft>
                <a:spcPts val="0"/>
              </a:spcAft>
              <a:buSzPts val="1500"/>
              <a:buNone/>
              <a:defRPr sz="1500">
                <a:solidFill>
                  <a:srgbClr val="002060"/>
                </a:solidFill>
              </a:defRPr>
            </a:lvl1pPr>
            <a:lvl2pPr lvl="1" algn="ctr">
              <a:lnSpc>
                <a:spcPct val="100000"/>
              </a:lnSpc>
              <a:spcBef>
                <a:spcPts val="750"/>
              </a:spcBef>
              <a:spcAft>
                <a:spcPts val="0"/>
              </a:spcAft>
              <a:buSzPts val="1500"/>
              <a:buNone/>
              <a:defRPr sz="1500"/>
            </a:lvl2pPr>
            <a:lvl3pPr lvl="2" algn="ctr">
              <a:lnSpc>
                <a:spcPct val="100000"/>
              </a:lnSpc>
              <a:spcBef>
                <a:spcPts val="750"/>
              </a:spcBef>
              <a:spcAft>
                <a:spcPts val="0"/>
              </a:spcAft>
              <a:buSzPts val="1350"/>
              <a:buNone/>
              <a:defRPr sz="1350"/>
            </a:lvl3pPr>
            <a:lvl4pPr lvl="3" algn="ctr">
              <a:lnSpc>
                <a:spcPct val="100000"/>
              </a:lnSpc>
              <a:spcBef>
                <a:spcPts val="750"/>
              </a:spcBef>
              <a:spcAft>
                <a:spcPts val="0"/>
              </a:spcAft>
              <a:buSzPts val="1200"/>
              <a:buNone/>
              <a:defRPr sz="1200"/>
            </a:lvl4pPr>
            <a:lvl5pPr lvl="4" algn="ctr">
              <a:lnSpc>
                <a:spcPct val="100000"/>
              </a:lnSpc>
              <a:spcBef>
                <a:spcPts val="750"/>
              </a:spcBef>
              <a:spcAft>
                <a:spcPts val="0"/>
              </a:spcAft>
              <a:buSzPts val="1200"/>
              <a:buNone/>
              <a:defRPr sz="1200"/>
            </a:lvl5pPr>
            <a:lvl6pPr lvl="5" algn="ctr">
              <a:lnSpc>
                <a:spcPct val="100000"/>
              </a:lnSpc>
              <a:spcBef>
                <a:spcPts val="750"/>
              </a:spcBef>
              <a:spcAft>
                <a:spcPts val="0"/>
              </a:spcAft>
              <a:buSzPts val="1200"/>
              <a:buNone/>
              <a:defRPr sz="1200"/>
            </a:lvl6pPr>
            <a:lvl7pPr lvl="6" algn="ctr">
              <a:lnSpc>
                <a:spcPct val="100000"/>
              </a:lnSpc>
              <a:spcBef>
                <a:spcPts val="750"/>
              </a:spcBef>
              <a:spcAft>
                <a:spcPts val="0"/>
              </a:spcAft>
              <a:buSzPts val="1200"/>
              <a:buNone/>
              <a:defRPr sz="1200"/>
            </a:lvl7pPr>
            <a:lvl8pPr lvl="7" algn="ctr">
              <a:lnSpc>
                <a:spcPct val="100000"/>
              </a:lnSpc>
              <a:spcBef>
                <a:spcPts val="750"/>
              </a:spcBef>
              <a:spcAft>
                <a:spcPts val="0"/>
              </a:spcAft>
              <a:buSzPts val="1200"/>
              <a:buNone/>
              <a:defRPr sz="1200"/>
            </a:lvl8pPr>
            <a:lvl9pPr lvl="8" algn="ctr">
              <a:lnSpc>
                <a:spcPct val="100000"/>
              </a:lnSpc>
              <a:spcBef>
                <a:spcPts val="750"/>
              </a:spcBef>
              <a:spcAft>
                <a:spcPts val="0"/>
              </a:spcAft>
              <a:buSzPts val="1200"/>
              <a:buNone/>
              <a:defRPr sz="1200"/>
            </a:lvl9pPr>
          </a:lstStyle>
          <a:p>
            <a:endParaRPr/>
          </a:p>
        </p:txBody>
      </p:sp>
      <p:sp>
        <p:nvSpPr>
          <p:cNvPr id="26" name="Google Shape;26;p66"/>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rgbClr val="00206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rgbClr val="D8D5D0"/>
        </a:solidFill>
        <a:effectLst/>
      </p:bgPr>
    </p:bg>
    <p:spTree>
      <p:nvGrpSpPr>
        <p:cNvPr id="1" name="Shape 27"/>
        <p:cNvGrpSpPr/>
        <p:nvPr/>
      </p:nvGrpSpPr>
      <p:grpSpPr>
        <a:xfrm>
          <a:off x="0" y="0"/>
          <a:ext cx="0" cy="0"/>
          <a:chOff x="0" y="0"/>
          <a:chExt cx="0" cy="0"/>
        </a:xfrm>
      </p:grpSpPr>
      <p:sp>
        <p:nvSpPr>
          <p:cNvPr id="28" name="Google Shape;28;p67"/>
          <p:cNvSpPr txBox="1">
            <a:spLocks noGrp="1"/>
          </p:cNvSpPr>
          <p:nvPr>
            <p:ph type="title"/>
          </p:nvPr>
        </p:nvSpPr>
        <p:spPr>
          <a:xfrm>
            <a:off x="1200150" y="1790058"/>
            <a:ext cx="6743700" cy="1234440"/>
          </a:xfrm>
          <a:prstGeom prst="rect">
            <a:avLst/>
          </a:prstGeom>
          <a:solidFill>
            <a:srgbClr val="FFFFFF"/>
          </a:solidFill>
          <a:ln w="38100" cap="flat" cmpd="sng">
            <a:solidFill>
              <a:srgbClr val="404040"/>
            </a:solidFill>
            <a:prstDash val="solid"/>
            <a:round/>
            <a:headEnd type="none" w="sm" len="sm"/>
            <a:tailEnd type="none" w="sm" len="sm"/>
          </a:ln>
        </p:spPr>
        <p:txBody>
          <a:bodyPr spcFirstLastPara="1" wrap="square" lIns="274300" tIns="182875" rIns="274300" bIns="182875" anchor="ctr" anchorCtr="1">
            <a:normAutofit/>
          </a:bodyPr>
          <a:lstStyle>
            <a:lvl1pPr lvl="0" algn="l">
              <a:lnSpc>
                <a:spcPct val="90000"/>
              </a:lnSpc>
              <a:spcBef>
                <a:spcPts val="0"/>
              </a:spcBef>
              <a:spcAft>
                <a:spcPts val="0"/>
              </a:spcAft>
              <a:buClr>
                <a:srgbClr val="00B050"/>
              </a:buClr>
              <a:buSzPts val="2850"/>
              <a:buFont typeface="Gill Sans"/>
              <a:buNone/>
              <a:defRPr sz="2850">
                <a:solidFill>
                  <a:srgbClr val="00B05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67"/>
          <p:cNvSpPr txBox="1">
            <a:spLocks noGrp="1"/>
          </p:cNvSpPr>
          <p:nvPr>
            <p:ph type="body" idx="1"/>
          </p:nvPr>
        </p:nvSpPr>
        <p:spPr>
          <a:xfrm>
            <a:off x="2021396" y="3264349"/>
            <a:ext cx="5101209" cy="948812"/>
          </a:xfrm>
          <a:prstGeom prst="rect">
            <a:avLst/>
          </a:prstGeom>
          <a:noFill/>
          <a:ln>
            <a:noFill/>
          </a:ln>
        </p:spPr>
        <p:txBody>
          <a:bodyPr spcFirstLastPara="1" wrap="square" lIns="91425" tIns="45700" rIns="91425" bIns="45700" anchor="t" anchorCtr="1">
            <a:normAutofit/>
          </a:bodyPr>
          <a:lstStyle>
            <a:lvl1pPr marL="457200" lvl="0" indent="-228600" algn="l">
              <a:lnSpc>
                <a:spcPct val="100000"/>
              </a:lnSpc>
              <a:spcBef>
                <a:spcPts val="750"/>
              </a:spcBef>
              <a:spcAft>
                <a:spcPts val="0"/>
              </a:spcAft>
              <a:buSzPts val="1500"/>
              <a:buNone/>
              <a:defRPr sz="1500">
                <a:solidFill>
                  <a:schemeClr val="lt1"/>
                </a:solidFill>
              </a:defRPr>
            </a:lvl1pPr>
            <a:lvl2pPr marL="914400" lvl="1" indent="-228600" algn="l">
              <a:lnSpc>
                <a:spcPct val="100000"/>
              </a:lnSpc>
              <a:spcBef>
                <a:spcPts val="750"/>
              </a:spcBef>
              <a:spcAft>
                <a:spcPts val="0"/>
              </a:spcAft>
              <a:buSzPts val="1500"/>
              <a:buNone/>
              <a:defRPr sz="1500">
                <a:solidFill>
                  <a:schemeClr val="lt1"/>
                </a:solidFill>
              </a:defRPr>
            </a:lvl2pPr>
            <a:lvl3pPr marL="1371600" lvl="2" indent="-228600" algn="l">
              <a:lnSpc>
                <a:spcPct val="100000"/>
              </a:lnSpc>
              <a:spcBef>
                <a:spcPts val="750"/>
              </a:spcBef>
              <a:spcAft>
                <a:spcPts val="0"/>
              </a:spcAft>
              <a:buSzPts val="1350"/>
              <a:buNone/>
              <a:defRPr sz="1350">
                <a:solidFill>
                  <a:schemeClr val="lt1"/>
                </a:solidFill>
              </a:defRPr>
            </a:lvl3pPr>
            <a:lvl4pPr marL="1828800" lvl="3" indent="-228600" algn="l">
              <a:lnSpc>
                <a:spcPct val="100000"/>
              </a:lnSpc>
              <a:spcBef>
                <a:spcPts val="750"/>
              </a:spcBef>
              <a:spcAft>
                <a:spcPts val="0"/>
              </a:spcAft>
              <a:buSzPts val="1200"/>
              <a:buNone/>
              <a:defRPr sz="1200">
                <a:solidFill>
                  <a:schemeClr val="lt1"/>
                </a:solidFill>
              </a:defRPr>
            </a:lvl4pPr>
            <a:lvl5pPr marL="2286000" lvl="4" indent="-228600" algn="l">
              <a:lnSpc>
                <a:spcPct val="100000"/>
              </a:lnSpc>
              <a:spcBef>
                <a:spcPts val="750"/>
              </a:spcBef>
              <a:spcAft>
                <a:spcPts val="0"/>
              </a:spcAft>
              <a:buSzPts val="1200"/>
              <a:buNone/>
              <a:defRPr sz="1200">
                <a:solidFill>
                  <a:schemeClr val="lt1"/>
                </a:solidFill>
              </a:defRPr>
            </a:lvl5pPr>
            <a:lvl6pPr marL="2743200" lvl="5" indent="-228600" algn="l">
              <a:lnSpc>
                <a:spcPct val="100000"/>
              </a:lnSpc>
              <a:spcBef>
                <a:spcPts val="750"/>
              </a:spcBef>
              <a:spcAft>
                <a:spcPts val="0"/>
              </a:spcAft>
              <a:buSzPts val="1200"/>
              <a:buNone/>
              <a:defRPr sz="1200">
                <a:solidFill>
                  <a:schemeClr val="lt1"/>
                </a:solidFill>
              </a:defRPr>
            </a:lvl6pPr>
            <a:lvl7pPr marL="3200400" lvl="6" indent="-228600" algn="l">
              <a:lnSpc>
                <a:spcPct val="100000"/>
              </a:lnSpc>
              <a:spcBef>
                <a:spcPts val="750"/>
              </a:spcBef>
              <a:spcAft>
                <a:spcPts val="0"/>
              </a:spcAft>
              <a:buSzPts val="1200"/>
              <a:buNone/>
              <a:defRPr sz="1200">
                <a:solidFill>
                  <a:schemeClr val="lt1"/>
                </a:solidFill>
              </a:defRPr>
            </a:lvl7pPr>
            <a:lvl8pPr marL="3657600" lvl="7" indent="-228600" algn="l">
              <a:lnSpc>
                <a:spcPct val="100000"/>
              </a:lnSpc>
              <a:spcBef>
                <a:spcPts val="750"/>
              </a:spcBef>
              <a:spcAft>
                <a:spcPts val="0"/>
              </a:spcAft>
              <a:buSzPts val="1200"/>
              <a:buNone/>
              <a:defRPr sz="1200">
                <a:solidFill>
                  <a:schemeClr val="lt1"/>
                </a:solidFill>
              </a:defRPr>
            </a:lvl8pPr>
            <a:lvl9pPr marL="4114800" lvl="8" indent="-228600" algn="l">
              <a:lnSpc>
                <a:spcPct val="100000"/>
              </a:lnSpc>
              <a:spcBef>
                <a:spcPts val="750"/>
              </a:spcBef>
              <a:spcAft>
                <a:spcPts val="0"/>
              </a:spcAft>
              <a:buSzPts val="1200"/>
              <a:buNone/>
              <a:defRPr sz="1200">
                <a:solidFill>
                  <a:schemeClr val="lt1"/>
                </a:solidFill>
              </a:defRPr>
            </a:lvl9pPr>
          </a:lstStyle>
          <a:p>
            <a:endParaRPr/>
          </a:p>
        </p:txBody>
      </p:sp>
      <p:sp>
        <p:nvSpPr>
          <p:cNvPr id="30" name="Google Shape;30;p67"/>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68"/>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lvl1pPr lvl="0" algn="l">
              <a:lnSpc>
                <a:spcPct val="90000"/>
              </a:lnSpc>
              <a:spcBef>
                <a:spcPts val="0"/>
              </a:spcBef>
              <a:spcAft>
                <a:spcPts val="0"/>
              </a:spcAft>
              <a:buClr>
                <a:srgbClr val="00B05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68"/>
          <p:cNvSpPr txBox="1">
            <a:spLocks noGrp="1"/>
          </p:cNvSpPr>
          <p:nvPr>
            <p:ph type="body" idx="1"/>
          </p:nvPr>
        </p:nvSpPr>
        <p:spPr>
          <a:xfrm>
            <a:off x="0" y="895800"/>
            <a:ext cx="4390264" cy="3863236"/>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750"/>
              </a:spcBef>
              <a:spcAft>
                <a:spcPts val="0"/>
              </a:spcAft>
              <a:buSzPts val="1800"/>
              <a:buChar char="•"/>
              <a:defRPr/>
            </a:lvl1pPr>
            <a:lvl2pPr marL="914400" lvl="1" indent="-342900" algn="l">
              <a:lnSpc>
                <a:spcPct val="100000"/>
              </a:lnSpc>
              <a:spcBef>
                <a:spcPts val="750"/>
              </a:spcBef>
              <a:spcAft>
                <a:spcPts val="0"/>
              </a:spcAft>
              <a:buSzPts val="1800"/>
              <a:buChar char="•"/>
              <a:defRPr/>
            </a:lvl2pPr>
            <a:lvl3pPr marL="1371600" lvl="2" indent="-342900" algn="l">
              <a:lnSpc>
                <a:spcPct val="100000"/>
              </a:lnSpc>
              <a:spcBef>
                <a:spcPts val="750"/>
              </a:spcBef>
              <a:spcAft>
                <a:spcPts val="0"/>
              </a:spcAft>
              <a:buSzPts val="1800"/>
              <a:buChar char="•"/>
              <a:defRPr/>
            </a:lvl3pPr>
            <a:lvl4pPr marL="1828800" lvl="3" indent="-342900" algn="l">
              <a:lnSpc>
                <a:spcPct val="100000"/>
              </a:lnSpc>
              <a:spcBef>
                <a:spcPts val="750"/>
              </a:spcBef>
              <a:spcAft>
                <a:spcPts val="0"/>
              </a:spcAft>
              <a:buSzPts val="1800"/>
              <a:buChar char="•"/>
              <a:defRPr/>
            </a:lvl4pPr>
            <a:lvl5pPr marL="2286000" lvl="4" indent="-342900" algn="l">
              <a:lnSpc>
                <a:spcPct val="100000"/>
              </a:lnSpc>
              <a:spcBef>
                <a:spcPts val="750"/>
              </a:spcBef>
              <a:spcAft>
                <a:spcPts val="0"/>
              </a:spcAft>
              <a:buSzPts val="1800"/>
              <a:buChar char="•"/>
              <a:defRPr/>
            </a:lvl5pPr>
            <a:lvl6pPr marL="2743200" lvl="5" indent="-342900" algn="l">
              <a:lnSpc>
                <a:spcPct val="100000"/>
              </a:lnSpc>
              <a:spcBef>
                <a:spcPts val="750"/>
              </a:spcBef>
              <a:spcAft>
                <a:spcPts val="0"/>
              </a:spcAft>
              <a:buSzPts val="1800"/>
              <a:buChar char="•"/>
              <a:defRPr/>
            </a:lvl6pPr>
            <a:lvl7pPr marL="3200400" lvl="6" indent="-342900" algn="l">
              <a:lnSpc>
                <a:spcPct val="100000"/>
              </a:lnSpc>
              <a:spcBef>
                <a:spcPts val="750"/>
              </a:spcBef>
              <a:spcAft>
                <a:spcPts val="0"/>
              </a:spcAft>
              <a:buSzPts val="1800"/>
              <a:buChar char="•"/>
              <a:defRPr/>
            </a:lvl7pPr>
            <a:lvl8pPr marL="3657600" lvl="7" indent="-342900" algn="l">
              <a:lnSpc>
                <a:spcPct val="100000"/>
              </a:lnSpc>
              <a:spcBef>
                <a:spcPts val="750"/>
              </a:spcBef>
              <a:spcAft>
                <a:spcPts val="0"/>
              </a:spcAft>
              <a:buSzPts val="1800"/>
              <a:buChar char="•"/>
              <a:defRPr/>
            </a:lvl8pPr>
            <a:lvl9pPr marL="4114800" lvl="8" indent="-342900" algn="l">
              <a:lnSpc>
                <a:spcPct val="100000"/>
              </a:lnSpc>
              <a:spcBef>
                <a:spcPts val="750"/>
              </a:spcBef>
              <a:spcAft>
                <a:spcPts val="0"/>
              </a:spcAft>
              <a:buSzPts val="1800"/>
              <a:buChar char="•"/>
              <a:defRPr/>
            </a:lvl9pPr>
          </a:lstStyle>
          <a:p>
            <a:endParaRPr/>
          </a:p>
        </p:txBody>
      </p:sp>
      <p:sp>
        <p:nvSpPr>
          <p:cNvPr id="34" name="Google Shape;34;p68"/>
          <p:cNvSpPr txBox="1">
            <a:spLocks noGrp="1"/>
          </p:cNvSpPr>
          <p:nvPr>
            <p:ph type="body" idx="2"/>
          </p:nvPr>
        </p:nvSpPr>
        <p:spPr>
          <a:xfrm>
            <a:off x="4572000" y="895800"/>
            <a:ext cx="4572000" cy="3863236"/>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750"/>
              </a:spcBef>
              <a:spcAft>
                <a:spcPts val="0"/>
              </a:spcAft>
              <a:buSzPts val="1800"/>
              <a:buChar char="•"/>
              <a:defRPr/>
            </a:lvl1pPr>
            <a:lvl2pPr marL="914400" lvl="1" indent="-342900" algn="l">
              <a:lnSpc>
                <a:spcPct val="100000"/>
              </a:lnSpc>
              <a:spcBef>
                <a:spcPts val="750"/>
              </a:spcBef>
              <a:spcAft>
                <a:spcPts val="0"/>
              </a:spcAft>
              <a:buSzPts val="1800"/>
              <a:buChar char="•"/>
              <a:defRPr/>
            </a:lvl2pPr>
            <a:lvl3pPr marL="1371600" lvl="2" indent="-342900" algn="l">
              <a:lnSpc>
                <a:spcPct val="100000"/>
              </a:lnSpc>
              <a:spcBef>
                <a:spcPts val="750"/>
              </a:spcBef>
              <a:spcAft>
                <a:spcPts val="0"/>
              </a:spcAft>
              <a:buSzPts val="1800"/>
              <a:buChar char="•"/>
              <a:defRPr/>
            </a:lvl3pPr>
            <a:lvl4pPr marL="1828800" lvl="3" indent="-342900" algn="l">
              <a:lnSpc>
                <a:spcPct val="100000"/>
              </a:lnSpc>
              <a:spcBef>
                <a:spcPts val="750"/>
              </a:spcBef>
              <a:spcAft>
                <a:spcPts val="0"/>
              </a:spcAft>
              <a:buSzPts val="1800"/>
              <a:buChar char="•"/>
              <a:defRPr/>
            </a:lvl4pPr>
            <a:lvl5pPr marL="2286000" lvl="4" indent="-342900" algn="l">
              <a:lnSpc>
                <a:spcPct val="100000"/>
              </a:lnSpc>
              <a:spcBef>
                <a:spcPts val="750"/>
              </a:spcBef>
              <a:spcAft>
                <a:spcPts val="0"/>
              </a:spcAft>
              <a:buSzPts val="1800"/>
              <a:buChar char="•"/>
              <a:defRPr/>
            </a:lvl5pPr>
            <a:lvl6pPr marL="2743200" lvl="5" indent="-342900" algn="l">
              <a:lnSpc>
                <a:spcPct val="100000"/>
              </a:lnSpc>
              <a:spcBef>
                <a:spcPts val="750"/>
              </a:spcBef>
              <a:spcAft>
                <a:spcPts val="0"/>
              </a:spcAft>
              <a:buSzPts val="1800"/>
              <a:buChar char="•"/>
              <a:defRPr/>
            </a:lvl6pPr>
            <a:lvl7pPr marL="3200400" lvl="6" indent="-342900" algn="l">
              <a:lnSpc>
                <a:spcPct val="100000"/>
              </a:lnSpc>
              <a:spcBef>
                <a:spcPts val="750"/>
              </a:spcBef>
              <a:spcAft>
                <a:spcPts val="0"/>
              </a:spcAft>
              <a:buSzPts val="1800"/>
              <a:buChar char="•"/>
              <a:defRPr/>
            </a:lvl7pPr>
            <a:lvl8pPr marL="3657600" lvl="7" indent="-342900" algn="l">
              <a:lnSpc>
                <a:spcPct val="100000"/>
              </a:lnSpc>
              <a:spcBef>
                <a:spcPts val="750"/>
              </a:spcBef>
              <a:spcAft>
                <a:spcPts val="0"/>
              </a:spcAft>
              <a:buSzPts val="1800"/>
              <a:buChar char="•"/>
              <a:defRPr/>
            </a:lvl8pPr>
            <a:lvl9pPr marL="4114800" lvl="8" indent="-342900" algn="l">
              <a:lnSpc>
                <a:spcPct val="100000"/>
              </a:lnSpc>
              <a:spcBef>
                <a:spcPts val="750"/>
              </a:spcBef>
              <a:spcAft>
                <a:spcPts val="0"/>
              </a:spcAft>
              <a:buSzPts val="1800"/>
              <a:buChar char="•"/>
              <a:defRPr/>
            </a:lvl9pPr>
          </a:lstStyle>
          <a:p>
            <a:endParaRPr/>
          </a:p>
        </p:txBody>
      </p:sp>
      <p:sp>
        <p:nvSpPr>
          <p:cNvPr id="35" name="Google Shape;35;p68"/>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68"/>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Gill Sans"/>
                <a:ea typeface="Gill Sans"/>
                <a:cs typeface="Gill Sans"/>
                <a:sym typeface="Gill Sans"/>
              </a:defRPr>
            </a:lvl1pPr>
            <a:lvl2pPr marL="0" lvl="1" indent="0" algn="r">
              <a:spcBef>
                <a:spcPts val="0"/>
              </a:spcBef>
              <a:buNone/>
              <a:defRPr sz="1200">
                <a:solidFill>
                  <a:srgbClr val="888888"/>
                </a:solidFill>
                <a:latin typeface="Gill Sans"/>
                <a:ea typeface="Gill Sans"/>
                <a:cs typeface="Gill Sans"/>
                <a:sym typeface="Gill Sans"/>
              </a:defRPr>
            </a:lvl2pPr>
            <a:lvl3pPr marL="0" lvl="2" indent="0" algn="r">
              <a:spcBef>
                <a:spcPts val="0"/>
              </a:spcBef>
              <a:buNone/>
              <a:defRPr sz="1200">
                <a:solidFill>
                  <a:srgbClr val="888888"/>
                </a:solidFill>
                <a:latin typeface="Gill Sans"/>
                <a:ea typeface="Gill Sans"/>
                <a:cs typeface="Gill Sans"/>
                <a:sym typeface="Gill Sans"/>
              </a:defRPr>
            </a:lvl3pPr>
            <a:lvl4pPr marL="0" lvl="3" indent="0" algn="r">
              <a:spcBef>
                <a:spcPts val="0"/>
              </a:spcBef>
              <a:buNone/>
              <a:defRPr sz="1200">
                <a:solidFill>
                  <a:srgbClr val="888888"/>
                </a:solidFill>
                <a:latin typeface="Gill Sans"/>
                <a:ea typeface="Gill Sans"/>
                <a:cs typeface="Gill Sans"/>
                <a:sym typeface="Gill Sans"/>
              </a:defRPr>
            </a:lvl4pPr>
            <a:lvl5pPr marL="0" lvl="4" indent="0" algn="r">
              <a:spcBef>
                <a:spcPts val="0"/>
              </a:spcBef>
              <a:buNone/>
              <a:defRPr sz="1200">
                <a:solidFill>
                  <a:srgbClr val="888888"/>
                </a:solidFill>
                <a:latin typeface="Gill Sans"/>
                <a:ea typeface="Gill Sans"/>
                <a:cs typeface="Gill Sans"/>
                <a:sym typeface="Gill Sans"/>
              </a:defRPr>
            </a:lvl5pPr>
            <a:lvl6pPr marL="0" lvl="5" indent="0" algn="r">
              <a:spcBef>
                <a:spcPts val="0"/>
              </a:spcBef>
              <a:buNone/>
              <a:defRPr sz="1200">
                <a:solidFill>
                  <a:srgbClr val="888888"/>
                </a:solidFill>
                <a:latin typeface="Gill Sans"/>
                <a:ea typeface="Gill Sans"/>
                <a:cs typeface="Gill Sans"/>
                <a:sym typeface="Gill Sans"/>
              </a:defRPr>
            </a:lvl6pPr>
            <a:lvl7pPr marL="0" lvl="6" indent="0" algn="r">
              <a:spcBef>
                <a:spcPts val="0"/>
              </a:spcBef>
              <a:buNone/>
              <a:defRPr sz="1200">
                <a:solidFill>
                  <a:srgbClr val="888888"/>
                </a:solidFill>
                <a:latin typeface="Gill Sans"/>
                <a:ea typeface="Gill Sans"/>
                <a:cs typeface="Gill Sans"/>
                <a:sym typeface="Gill Sans"/>
              </a:defRPr>
            </a:lvl7pPr>
            <a:lvl8pPr marL="0" lvl="7" indent="0" algn="r">
              <a:spcBef>
                <a:spcPts val="0"/>
              </a:spcBef>
              <a:buNone/>
              <a:defRPr sz="1200">
                <a:solidFill>
                  <a:srgbClr val="888888"/>
                </a:solidFill>
                <a:latin typeface="Gill Sans"/>
                <a:ea typeface="Gill Sans"/>
                <a:cs typeface="Gill Sans"/>
                <a:sym typeface="Gill Sans"/>
              </a:defRPr>
            </a:lvl8pPr>
            <a:lvl9pPr marL="0" lvl="8" indent="0" algn="r">
              <a:spcBef>
                <a:spcPts val="0"/>
              </a:spcBef>
              <a:buNone/>
              <a:defRPr sz="1200">
                <a:solidFill>
                  <a:srgbClr val="888888"/>
                </a:solidFill>
                <a:latin typeface="Gill Sans"/>
                <a:ea typeface="Gill Sans"/>
                <a:cs typeface="Gill Sans"/>
                <a:sym typeface="Gill Sans"/>
              </a:defRPr>
            </a:lvl9pPr>
          </a:lstStyle>
          <a:p>
            <a:pPr marL="0" lvl="0" indent="0" algn="r" rtl="0">
              <a:spcBef>
                <a:spcPts val="0"/>
              </a:spcBef>
              <a:spcAft>
                <a:spcPts val="0"/>
              </a:spcAft>
              <a:buNone/>
            </a:pPr>
            <a:r>
              <a:rPr lang="en-US"/>
              <a:t>Slide no. </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7"/>
        <p:cNvGrpSpPr/>
        <p:nvPr/>
      </p:nvGrpSpPr>
      <p:grpSpPr>
        <a:xfrm>
          <a:off x="0" y="0"/>
          <a:ext cx="0" cy="0"/>
          <a:chOff x="0" y="0"/>
          <a:chExt cx="0" cy="0"/>
        </a:xfrm>
      </p:grpSpPr>
      <p:sp>
        <p:nvSpPr>
          <p:cNvPr id="38" name="Google Shape;38;p69"/>
          <p:cNvSpPr txBox="1">
            <a:spLocks noGrp="1"/>
          </p:cNvSpPr>
          <p:nvPr>
            <p:ph type="body" idx="1"/>
          </p:nvPr>
        </p:nvSpPr>
        <p:spPr>
          <a:xfrm>
            <a:off x="-1" y="948936"/>
            <a:ext cx="4425891" cy="528065"/>
          </a:xfrm>
          <a:prstGeom prst="rect">
            <a:avLst/>
          </a:prstGeom>
          <a:noFill/>
          <a:ln>
            <a:noFill/>
          </a:ln>
        </p:spPr>
        <p:txBody>
          <a:bodyPr spcFirstLastPara="1" wrap="square" lIns="91425" tIns="45700" rIns="91425" bIns="45700" anchor="b" anchorCtr="1">
            <a:normAutofit/>
          </a:bodyPr>
          <a:lstStyle>
            <a:lvl1pPr marL="457200" lvl="0" indent="-228600" algn="ctr">
              <a:lnSpc>
                <a:spcPct val="100000"/>
              </a:lnSpc>
              <a:spcBef>
                <a:spcPts val="750"/>
              </a:spcBef>
              <a:spcAft>
                <a:spcPts val="0"/>
              </a:spcAft>
              <a:buSzPts val="1425"/>
              <a:buNone/>
              <a:defRPr sz="1425" b="0" cap="none">
                <a:solidFill>
                  <a:srgbClr val="6B8890"/>
                </a:solidFill>
              </a:defRPr>
            </a:lvl1pPr>
            <a:lvl2pPr marL="914400" lvl="1" indent="-228600" algn="l">
              <a:lnSpc>
                <a:spcPct val="100000"/>
              </a:lnSpc>
              <a:spcBef>
                <a:spcPts val="750"/>
              </a:spcBef>
              <a:spcAft>
                <a:spcPts val="0"/>
              </a:spcAft>
              <a:buSzPts val="1425"/>
              <a:buNone/>
              <a:defRPr sz="1425" b="1"/>
            </a:lvl2pPr>
            <a:lvl3pPr marL="1371600" lvl="2" indent="-228600" algn="l">
              <a:lnSpc>
                <a:spcPct val="100000"/>
              </a:lnSpc>
              <a:spcBef>
                <a:spcPts val="750"/>
              </a:spcBef>
              <a:spcAft>
                <a:spcPts val="0"/>
              </a:spcAft>
              <a:buSzPts val="1350"/>
              <a:buNone/>
              <a:defRPr sz="1350" b="1"/>
            </a:lvl3pPr>
            <a:lvl4pPr marL="1828800" lvl="3" indent="-228600" algn="l">
              <a:lnSpc>
                <a:spcPct val="100000"/>
              </a:lnSpc>
              <a:spcBef>
                <a:spcPts val="750"/>
              </a:spcBef>
              <a:spcAft>
                <a:spcPts val="0"/>
              </a:spcAft>
              <a:buSzPts val="1200"/>
              <a:buNone/>
              <a:defRPr sz="1200" b="1"/>
            </a:lvl4pPr>
            <a:lvl5pPr marL="2286000" lvl="4" indent="-228600" algn="l">
              <a:lnSpc>
                <a:spcPct val="100000"/>
              </a:lnSpc>
              <a:spcBef>
                <a:spcPts val="750"/>
              </a:spcBef>
              <a:spcAft>
                <a:spcPts val="0"/>
              </a:spcAft>
              <a:buSzPts val="1200"/>
              <a:buNone/>
              <a:defRPr sz="1200" b="1"/>
            </a:lvl5pPr>
            <a:lvl6pPr marL="2743200" lvl="5" indent="-228600" algn="l">
              <a:lnSpc>
                <a:spcPct val="100000"/>
              </a:lnSpc>
              <a:spcBef>
                <a:spcPts val="750"/>
              </a:spcBef>
              <a:spcAft>
                <a:spcPts val="0"/>
              </a:spcAft>
              <a:buSzPts val="1200"/>
              <a:buNone/>
              <a:defRPr sz="1200" b="1"/>
            </a:lvl6pPr>
            <a:lvl7pPr marL="3200400" lvl="6" indent="-228600" algn="l">
              <a:lnSpc>
                <a:spcPct val="100000"/>
              </a:lnSpc>
              <a:spcBef>
                <a:spcPts val="750"/>
              </a:spcBef>
              <a:spcAft>
                <a:spcPts val="0"/>
              </a:spcAft>
              <a:buSzPts val="1200"/>
              <a:buNone/>
              <a:defRPr sz="1200" b="1"/>
            </a:lvl7pPr>
            <a:lvl8pPr marL="3657600" lvl="7" indent="-228600" algn="l">
              <a:lnSpc>
                <a:spcPct val="100000"/>
              </a:lnSpc>
              <a:spcBef>
                <a:spcPts val="750"/>
              </a:spcBef>
              <a:spcAft>
                <a:spcPts val="0"/>
              </a:spcAft>
              <a:buSzPts val="1200"/>
              <a:buNone/>
              <a:defRPr sz="1200" b="1"/>
            </a:lvl8pPr>
            <a:lvl9pPr marL="4114800" lvl="8" indent="-228600" algn="l">
              <a:lnSpc>
                <a:spcPct val="100000"/>
              </a:lnSpc>
              <a:spcBef>
                <a:spcPts val="750"/>
              </a:spcBef>
              <a:spcAft>
                <a:spcPts val="0"/>
              </a:spcAft>
              <a:buSzPts val="1200"/>
              <a:buNone/>
              <a:defRPr sz="1200" b="1"/>
            </a:lvl9pPr>
          </a:lstStyle>
          <a:p>
            <a:endParaRPr/>
          </a:p>
        </p:txBody>
      </p:sp>
      <p:sp>
        <p:nvSpPr>
          <p:cNvPr id="39" name="Google Shape;39;p69"/>
          <p:cNvSpPr txBox="1">
            <a:spLocks noGrp="1"/>
          </p:cNvSpPr>
          <p:nvPr>
            <p:ph type="body" idx="2"/>
          </p:nvPr>
        </p:nvSpPr>
        <p:spPr>
          <a:xfrm>
            <a:off x="-1" y="1534396"/>
            <a:ext cx="4425892" cy="3110339"/>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750"/>
              </a:spcBef>
              <a:spcAft>
                <a:spcPts val="0"/>
              </a:spcAft>
              <a:buSzPts val="1800"/>
              <a:buChar char="•"/>
              <a:defRPr/>
            </a:lvl1pPr>
            <a:lvl2pPr marL="914400" lvl="1" indent="-342900" algn="l">
              <a:lnSpc>
                <a:spcPct val="100000"/>
              </a:lnSpc>
              <a:spcBef>
                <a:spcPts val="750"/>
              </a:spcBef>
              <a:spcAft>
                <a:spcPts val="0"/>
              </a:spcAft>
              <a:buSzPts val="1800"/>
              <a:buChar char="•"/>
              <a:defRPr/>
            </a:lvl2pPr>
            <a:lvl3pPr marL="1371600" lvl="2" indent="-342900" algn="l">
              <a:lnSpc>
                <a:spcPct val="100000"/>
              </a:lnSpc>
              <a:spcBef>
                <a:spcPts val="750"/>
              </a:spcBef>
              <a:spcAft>
                <a:spcPts val="0"/>
              </a:spcAft>
              <a:buSzPts val="1800"/>
              <a:buChar char="•"/>
              <a:defRPr/>
            </a:lvl3pPr>
            <a:lvl4pPr marL="1828800" lvl="3" indent="-342900" algn="l">
              <a:lnSpc>
                <a:spcPct val="100000"/>
              </a:lnSpc>
              <a:spcBef>
                <a:spcPts val="750"/>
              </a:spcBef>
              <a:spcAft>
                <a:spcPts val="0"/>
              </a:spcAft>
              <a:buSzPts val="1800"/>
              <a:buChar char="•"/>
              <a:defRPr/>
            </a:lvl4pPr>
            <a:lvl5pPr marL="2286000" lvl="4" indent="-342900" algn="l">
              <a:lnSpc>
                <a:spcPct val="100000"/>
              </a:lnSpc>
              <a:spcBef>
                <a:spcPts val="750"/>
              </a:spcBef>
              <a:spcAft>
                <a:spcPts val="0"/>
              </a:spcAft>
              <a:buSzPts val="1800"/>
              <a:buChar char="•"/>
              <a:defRPr/>
            </a:lvl5pPr>
            <a:lvl6pPr marL="2743200" lvl="5" indent="-342900" algn="l">
              <a:lnSpc>
                <a:spcPct val="100000"/>
              </a:lnSpc>
              <a:spcBef>
                <a:spcPts val="750"/>
              </a:spcBef>
              <a:spcAft>
                <a:spcPts val="0"/>
              </a:spcAft>
              <a:buSzPts val="1800"/>
              <a:buChar char="•"/>
              <a:defRPr/>
            </a:lvl6pPr>
            <a:lvl7pPr marL="3200400" lvl="6" indent="-342900" algn="l">
              <a:lnSpc>
                <a:spcPct val="100000"/>
              </a:lnSpc>
              <a:spcBef>
                <a:spcPts val="750"/>
              </a:spcBef>
              <a:spcAft>
                <a:spcPts val="0"/>
              </a:spcAft>
              <a:buSzPts val="1800"/>
              <a:buChar char="•"/>
              <a:defRPr/>
            </a:lvl7pPr>
            <a:lvl8pPr marL="3657600" lvl="7" indent="-342900" algn="l">
              <a:lnSpc>
                <a:spcPct val="100000"/>
              </a:lnSpc>
              <a:spcBef>
                <a:spcPts val="750"/>
              </a:spcBef>
              <a:spcAft>
                <a:spcPts val="0"/>
              </a:spcAft>
              <a:buSzPts val="1800"/>
              <a:buChar char="•"/>
              <a:defRPr/>
            </a:lvl8pPr>
            <a:lvl9pPr marL="4114800" lvl="8" indent="-342900" algn="l">
              <a:lnSpc>
                <a:spcPct val="100000"/>
              </a:lnSpc>
              <a:spcBef>
                <a:spcPts val="750"/>
              </a:spcBef>
              <a:spcAft>
                <a:spcPts val="0"/>
              </a:spcAft>
              <a:buSzPts val="1800"/>
              <a:buChar char="•"/>
              <a:defRPr/>
            </a:lvl9pPr>
          </a:lstStyle>
          <a:p>
            <a:endParaRPr/>
          </a:p>
        </p:txBody>
      </p:sp>
      <p:sp>
        <p:nvSpPr>
          <p:cNvPr id="40" name="Google Shape;40;p69"/>
          <p:cNvSpPr txBox="1">
            <a:spLocks noGrp="1"/>
          </p:cNvSpPr>
          <p:nvPr>
            <p:ph type="body" idx="3"/>
          </p:nvPr>
        </p:nvSpPr>
        <p:spPr>
          <a:xfrm>
            <a:off x="4690354" y="1534396"/>
            <a:ext cx="4425891" cy="3110339"/>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750"/>
              </a:spcBef>
              <a:spcAft>
                <a:spcPts val="0"/>
              </a:spcAft>
              <a:buSzPts val="1800"/>
              <a:buChar char="•"/>
              <a:defRPr/>
            </a:lvl1pPr>
            <a:lvl2pPr marL="914400" lvl="1" indent="-342900" algn="l">
              <a:lnSpc>
                <a:spcPct val="100000"/>
              </a:lnSpc>
              <a:spcBef>
                <a:spcPts val="750"/>
              </a:spcBef>
              <a:spcAft>
                <a:spcPts val="0"/>
              </a:spcAft>
              <a:buSzPts val="1800"/>
              <a:buChar char="•"/>
              <a:defRPr/>
            </a:lvl2pPr>
            <a:lvl3pPr marL="1371600" lvl="2" indent="-342900" algn="l">
              <a:lnSpc>
                <a:spcPct val="100000"/>
              </a:lnSpc>
              <a:spcBef>
                <a:spcPts val="750"/>
              </a:spcBef>
              <a:spcAft>
                <a:spcPts val="0"/>
              </a:spcAft>
              <a:buSzPts val="1800"/>
              <a:buChar char="•"/>
              <a:defRPr/>
            </a:lvl3pPr>
            <a:lvl4pPr marL="1828800" lvl="3" indent="-342900" algn="l">
              <a:lnSpc>
                <a:spcPct val="100000"/>
              </a:lnSpc>
              <a:spcBef>
                <a:spcPts val="750"/>
              </a:spcBef>
              <a:spcAft>
                <a:spcPts val="0"/>
              </a:spcAft>
              <a:buSzPts val="1800"/>
              <a:buChar char="•"/>
              <a:defRPr/>
            </a:lvl4pPr>
            <a:lvl5pPr marL="2286000" lvl="4" indent="-304800" algn="l">
              <a:lnSpc>
                <a:spcPct val="100000"/>
              </a:lnSpc>
              <a:spcBef>
                <a:spcPts val="750"/>
              </a:spcBef>
              <a:spcAft>
                <a:spcPts val="0"/>
              </a:spcAft>
              <a:buSzPts val="1200"/>
              <a:buChar char="•"/>
              <a:defRPr/>
            </a:lvl5pPr>
            <a:lvl6pPr marL="2743200" lvl="5" indent="-342900" algn="l">
              <a:lnSpc>
                <a:spcPct val="100000"/>
              </a:lnSpc>
              <a:spcBef>
                <a:spcPts val="750"/>
              </a:spcBef>
              <a:spcAft>
                <a:spcPts val="0"/>
              </a:spcAft>
              <a:buSzPts val="1800"/>
              <a:buChar char="•"/>
              <a:defRPr/>
            </a:lvl6pPr>
            <a:lvl7pPr marL="3200400" lvl="6" indent="-342900" algn="l">
              <a:lnSpc>
                <a:spcPct val="100000"/>
              </a:lnSpc>
              <a:spcBef>
                <a:spcPts val="750"/>
              </a:spcBef>
              <a:spcAft>
                <a:spcPts val="0"/>
              </a:spcAft>
              <a:buSzPts val="1800"/>
              <a:buChar char="•"/>
              <a:defRPr/>
            </a:lvl7pPr>
            <a:lvl8pPr marL="3657600" lvl="7" indent="-342900" algn="l">
              <a:lnSpc>
                <a:spcPct val="100000"/>
              </a:lnSpc>
              <a:spcBef>
                <a:spcPts val="750"/>
              </a:spcBef>
              <a:spcAft>
                <a:spcPts val="0"/>
              </a:spcAft>
              <a:buSzPts val="1800"/>
              <a:buChar char="•"/>
              <a:defRPr/>
            </a:lvl8pPr>
            <a:lvl9pPr marL="4114800" lvl="8" indent="-342900" algn="l">
              <a:lnSpc>
                <a:spcPct val="100000"/>
              </a:lnSpc>
              <a:spcBef>
                <a:spcPts val="750"/>
              </a:spcBef>
              <a:spcAft>
                <a:spcPts val="0"/>
              </a:spcAft>
              <a:buSzPts val="1800"/>
              <a:buChar char="•"/>
              <a:defRPr/>
            </a:lvl9pPr>
          </a:lstStyle>
          <a:p>
            <a:endParaRPr/>
          </a:p>
        </p:txBody>
      </p:sp>
      <p:sp>
        <p:nvSpPr>
          <p:cNvPr id="41" name="Google Shape;41;p69"/>
          <p:cNvSpPr txBox="1">
            <a:spLocks noGrp="1"/>
          </p:cNvSpPr>
          <p:nvPr>
            <p:ph type="body" idx="4"/>
          </p:nvPr>
        </p:nvSpPr>
        <p:spPr>
          <a:xfrm>
            <a:off x="4690354" y="948936"/>
            <a:ext cx="4438464" cy="528065"/>
          </a:xfrm>
          <a:prstGeom prst="rect">
            <a:avLst/>
          </a:prstGeom>
          <a:noFill/>
          <a:ln>
            <a:noFill/>
          </a:ln>
        </p:spPr>
        <p:txBody>
          <a:bodyPr spcFirstLastPara="1" wrap="square" lIns="91425" tIns="45700" rIns="91425" bIns="45700" anchor="b" anchorCtr="1">
            <a:normAutofit/>
          </a:bodyPr>
          <a:lstStyle>
            <a:lvl1pPr marL="457200" lvl="0" indent="-228600" algn="ctr">
              <a:lnSpc>
                <a:spcPct val="100000"/>
              </a:lnSpc>
              <a:spcBef>
                <a:spcPts val="750"/>
              </a:spcBef>
              <a:spcAft>
                <a:spcPts val="0"/>
              </a:spcAft>
              <a:buSzPts val="1425"/>
              <a:buNone/>
              <a:defRPr sz="1425" b="0" cap="none">
                <a:solidFill>
                  <a:srgbClr val="6B8890"/>
                </a:solidFill>
              </a:defRPr>
            </a:lvl1pPr>
            <a:lvl2pPr marL="914400" lvl="1" indent="-228600" algn="l">
              <a:lnSpc>
                <a:spcPct val="100000"/>
              </a:lnSpc>
              <a:spcBef>
                <a:spcPts val="750"/>
              </a:spcBef>
              <a:spcAft>
                <a:spcPts val="0"/>
              </a:spcAft>
              <a:buSzPts val="1425"/>
              <a:buNone/>
              <a:defRPr sz="1425" b="1"/>
            </a:lvl2pPr>
            <a:lvl3pPr marL="1371600" lvl="2" indent="-228600" algn="l">
              <a:lnSpc>
                <a:spcPct val="100000"/>
              </a:lnSpc>
              <a:spcBef>
                <a:spcPts val="750"/>
              </a:spcBef>
              <a:spcAft>
                <a:spcPts val="0"/>
              </a:spcAft>
              <a:buSzPts val="1350"/>
              <a:buNone/>
              <a:defRPr sz="1350" b="1"/>
            </a:lvl3pPr>
            <a:lvl4pPr marL="1828800" lvl="3" indent="-228600" algn="l">
              <a:lnSpc>
                <a:spcPct val="100000"/>
              </a:lnSpc>
              <a:spcBef>
                <a:spcPts val="750"/>
              </a:spcBef>
              <a:spcAft>
                <a:spcPts val="0"/>
              </a:spcAft>
              <a:buSzPts val="1200"/>
              <a:buNone/>
              <a:defRPr sz="1200" b="1"/>
            </a:lvl4pPr>
            <a:lvl5pPr marL="2286000" lvl="4" indent="-228600" algn="l">
              <a:lnSpc>
                <a:spcPct val="100000"/>
              </a:lnSpc>
              <a:spcBef>
                <a:spcPts val="750"/>
              </a:spcBef>
              <a:spcAft>
                <a:spcPts val="0"/>
              </a:spcAft>
              <a:buSzPts val="1200"/>
              <a:buNone/>
              <a:defRPr sz="1200" b="1"/>
            </a:lvl5pPr>
            <a:lvl6pPr marL="2743200" lvl="5" indent="-228600" algn="l">
              <a:lnSpc>
                <a:spcPct val="100000"/>
              </a:lnSpc>
              <a:spcBef>
                <a:spcPts val="750"/>
              </a:spcBef>
              <a:spcAft>
                <a:spcPts val="0"/>
              </a:spcAft>
              <a:buSzPts val="1200"/>
              <a:buNone/>
              <a:defRPr sz="1200" b="1"/>
            </a:lvl6pPr>
            <a:lvl7pPr marL="3200400" lvl="6" indent="-228600" algn="l">
              <a:lnSpc>
                <a:spcPct val="100000"/>
              </a:lnSpc>
              <a:spcBef>
                <a:spcPts val="750"/>
              </a:spcBef>
              <a:spcAft>
                <a:spcPts val="0"/>
              </a:spcAft>
              <a:buSzPts val="1200"/>
              <a:buNone/>
              <a:defRPr sz="1200" b="1"/>
            </a:lvl7pPr>
            <a:lvl8pPr marL="3657600" lvl="7" indent="-228600" algn="l">
              <a:lnSpc>
                <a:spcPct val="100000"/>
              </a:lnSpc>
              <a:spcBef>
                <a:spcPts val="750"/>
              </a:spcBef>
              <a:spcAft>
                <a:spcPts val="0"/>
              </a:spcAft>
              <a:buSzPts val="1200"/>
              <a:buNone/>
              <a:defRPr sz="1200" b="1"/>
            </a:lvl8pPr>
            <a:lvl9pPr marL="4114800" lvl="8" indent="-228600" algn="l">
              <a:lnSpc>
                <a:spcPct val="100000"/>
              </a:lnSpc>
              <a:spcBef>
                <a:spcPts val="750"/>
              </a:spcBef>
              <a:spcAft>
                <a:spcPts val="0"/>
              </a:spcAft>
              <a:buSzPts val="1200"/>
              <a:buNone/>
              <a:defRPr sz="1200" b="1"/>
            </a:lvl9pPr>
          </a:lstStyle>
          <a:p>
            <a:endParaRPr/>
          </a:p>
        </p:txBody>
      </p:sp>
      <p:sp>
        <p:nvSpPr>
          <p:cNvPr id="42" name="Google Shape;42;p69"/>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9"/>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lvl1pPr lvl="0" algn="l">
              <a:lnSpc>
                <a:spcPct val="90000"/>
              </a:lnSpc>
              <a:spcBef>
                <a:spcPts val="0"/>
              </a:spcBef>
              <a:spcAft>
                <a:spcPts val="0"/>
              </a:spcAft>
              <a:buClr>
                <a:srgbClr val="00B05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69"/>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Gill Sans"/>
                <a:ea typeface="Gill Sans"/>
                <a:cs typeface="Gill Sans"/>
                <a:sym typeface="Gill Sans"/>
              </a:defRPr>
            </a:lvl1pPr>
            <a:lvl2pPr marL="0" lvl="1" indent="0" algn="r">
              <a:spcBef>
                <a:spcPts val="0"/>
              </a:spcBef>
              <a:buNone/>
              <a:defRPr sz="1200">
                <a:solidFill>
                  <a:srgbClr val="888888"/>
                </a:solidFill>
                <a:latin typeface="Gill Sans"/>
                <a:ea typeface="Gill Sans"/>
                <a:cs typeface="Gill Sans"/>
                <a:sym typeface="Gill Sans"/>
              </a:defRPr>
            </a:lvl2pPr>
            <a:lvl3pPr marL="0" lvl="2" indent="0" algn="r">
              <a:spcBef>
                <a:spcPts val="0"/>
              </a:spcBef>
              <a:buNone/>
              <a:defRPr sz="1200">
                <a:solidFill>
                  <a:srgbClr val="888888"/>
                </a:solidFill>
                <a:latin typeface="Gill Sans"/>
                <a:ea typeface="Gill Sans"/>
                <a:cs typeface="Gill Sans"/>
                <a:sym typeface="Gill Sans"/>
              </a:defRPr>
            </a:lvl3pPr>
            <a:lvl4pPr marL="0" lvl="3" indent="0" algn="r">
              <a:spcBef>
                <a:spcPts val="0"/>
              </a:spcBef>
              <a:buNone/>
              <a:defRPr sz="1200">
                <a:solidFill>
                  <a:srgbClr val="888888"/>
                </a:solidFill>
                <a:latin typeface="Gill Sans"/>
                <a:ea typeface="Gill Sans"/>
                <a:cs typeface="Gill Sans"/>
                <a:sym typeface="Gill Sans"/>
              </a:defRPr>
            </a:lvl4pPr>
            <a:lvl5pPr marL="0" lvl="4" indent="0" algn="r">
              <a:spcBef>
                <a:spcPts val="0"/>
              </a:spcBef>
              <a:buNone/>
              <a:defRPr sz="1200">
                <a:solidFill>
                  <a:srgbClr val="888888"/>
                </a:solidFill>
                <a:latin typeface="Gill Sans"/>
                <a:ea typeface="Gill Sans"/>
                <a:cs typeface="Gill Sans"/>
                <a:sym typeface="Gill Sans"/>
              </a:defRPr>
            </a:lvl5pPr>
            <a:lvl6pPr marL="0" lvl="5" indent="0" algn="r">
              <a:spcBef>
                <a:spcPts val="0"/>
              </a:spcBef>
              <a:buNone/>
              <a:defRPr sz="1200">
                <a:solidFill>
                  <a:srgbClr val="888888"/>
                </a:solidFill>
                <a:latin typeface="Gill Sans"/>
                <a:ea typeface="Gill Sans"/>
                <a:cs typeface="Gill Sans"/>
                <a:sym typeface="Gill Sans"/>
              </a:defRPr>
            </a:lvl6pPr>
            <a:lvl7pPr marL="0" lvl="6" indent="0" algn="r">
              <a:spcBef>
                <a:spcPts val="0"/>
              </a:spcBef>
              <a:buNone/>
              <a:defRPr sz="1200">
                <a:solidFill>
                  <a:srgbClr val="888888"/>
                </a:solidFill>
                <a:latin typeface="Gill Sans"/>
                <a:ea typeface="Gill Sans"/>
                <a:cs typeface="Gill Sans"/>
                <a:sym typeface="Gill Sans"/>
              </a:defRPr>
            </a:lvl7pPr>
            <a:lvl8pPr marL="0" lvl="7" indent="0" algn="r">
              <a:spcBef>
                <a:spcPts val="0"/>
              </a:spcBef>
              <a:buNone/>
              <a:defRPr sz="1200">
                <a:solidFill>
                  <a:srgbClr val="888888"/>
                </a:solidFill>
                <a:latin typeface="Gill Sans"/>
                <a:ea typeface="Gill Sans"/>
                <a:cs typeface="Gill Sans"/>
                <a:sym typeface="Gill Sans"/>
              </a:defRPr>
            </a:lvl8pPr>
            <a:lvl9pPr marL="0" lvl="8" indent="0" algn="r">
              <a:spcBef>
                <a:spcPts val="0"/>
              </a:spcBef>
              <a:buNone/>
              <a:defRPr sz="1200">
                <a:solidFill>
                  <a:srgbClr val="888888"/>
                </a:solidFill>
                <a:latin typeface="Gill Sans"/>
                <a:ea typeface="Gill Sans"/>
                <a:cs typeface="Gill Sans"/>
                <a:sym typeface="Gill Sans"/>
              </a:defRPr>
            </a:lvl9pPr>
          </a:lstStyle>
          <a:p>
            <a:pPr marL="0" lvl="0" indent="0" algn="r" rtl="0">
              <a:spcBef>
                <a:spcPts val="0"/>
              </a:spcBef>
              <a:spcAft>
                <a:spcPts val="0"/>
              </a:spcAft>
              <a:buNone/>
            </a:pPr>
            <a:r>
              <a:rPr lang="en-US"/>
              <a:t>Slide no. </a:t>
            </a: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70"/>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lvl1pPr lvl="0" algn="l">
              <a:lnSpc>
                <a:spcPct val="90000"/>
              </a:lnSpc>
              <a:spcBef>
                <a:spcPts val="0"/>
              </a:spcBef>
              <a:spcAft>
                <a:spcPts val="0"/>
              </a:spcAft>
              <a:buClr>
                <a:srgbClr val="00B05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0"/>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0"/>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Gill Sans"/>
                <a:ea typeface="Gill Sans"/>
                <a:cs typeface="Gill Sans"/>
                <a:sym typeface="Gill Sans"/>
              </a:defRPr>
            </a:lvl1pPr>
            <a:lvl2pPr marL="0" lvl="1" indent="0" algn="r">
              <a:spcBef>
                <a:spcPts val="0"/>
              </a:spcBef>
              <a:buNone/>
              <a:defRPr sz="1200">
                <a:solidFill>
                  <a:srgbClr val="888888"/>
                </a:solidFill>
                <a:latin typeface="Gill Sans"/>
                <a:ea typeface="Gill Sans"/>
                <a:cs typeface="Gill Sans"/>
                <a:sym typeface="Gill Sans"/>
              </a:defRPr>
            </a:lvl2pPr>
            <a:lvl3pPr marL="0" lvl="2" indent="0" algn="r">
              <a:spcBef>
                <a:spcPts val="0"/>
              </a:spcBef>
              <a:buNone/>
              <a:defRPr sz="1200">
                <a:solidFill>
                  <a:srgbClr val="888888"/>
                </a:solidFill>
                <a:latin typeface="Gill Sans"/>
                <a:ea typeface="Gill Sans"/>
                <a:cs typeface="Gill Sans"/>
                <a:sym typeface="Gill Sans"/>
              </a:defRPr>
            </a:lvl3pPr>
            <a:lvl4pPr marL="0" lvl="3" indent="0" algn="r">
              <a:spcBef>
                <a:spcPts val="0"/>
              </a:spcBef>
              <a:buNone/>
              <a:defRPr sz="1200">
                <a:solidFill>
                  <a:srgbClr val="888888"/>
                </a:solidFill>
                <a:latin typeface="Gill Sans"/>
                <a:ea typeface="Gill Sans"/>
                <a:cs typeface="Gill Sans"/>
                <a:sym typeface="Gill Sans"/>
              </a:defRPr>
            </a:lvl4pPr>
            <a:lvl5pPr marL="0" lvl="4" indent="0" algn="r">
              <a:spcBef>
                <a:spcPts val="0"/>
              </a:spcBef>
              <a:buNone/>
              <a:defRPr sz="1200">
                <a:solidFill>
                  <a:srgbClr val="888888"/>
                </a:solidFill>
                <a:latin typeface="Gill Sans"/>
                <a:ea typeface="Gill Sans"/>
                <a:cs typeface="Gill Sans"/>
                <a:sym typeface="Gill Sans"/>
              </a:defRPr>
            </a:lvl5pPr>
            <a:lvl6pPr marL="0" lvl="5" indent="0" algn="r">
              <a:spcBef>
                <a:spcPts val="0"/>
              </a:spcBef>
              <a:buNone/>
              <a:defRPr sz="1200">
                <a:solidFill>
                  <a:srgbClr val="888888"/>
                </a:solidFill>
                <a:latin typeface="Gill Sans"/>
                <a:ea typeface="Gill Sans"/>
                <a:cs typeface="Gill Sans"/>
                <a:sym typeface="Gill Sans"/>
              </a:defRPr>
            </a:lvl6pPr>
            <a:lvl7pPr marL="0" lvl="6" indent="0" algn="r">
              <a:spcBef>
                <a:spcPts val="0"/>
              </a:spcBef>
              <a:buNone/>
              <a:defRPr sz="1200">
                <a:solidFill>
                  <a:srgbClr val="888888"/>
                </a:solidFill>
                <a:latin typeface="Gill Sans"/>
                <a:ea typeface="Gill Sans"/>
                <a:cs typeface="Gill Sans"/>
                <a:sym typeface="Gill Sans"/>
              </a:defRPr>
            </a:lvl7pPr>
            <a:lvl8pPr marL="0" lvl="7" indent="0" algn="r">
              <a:spcBef>
                <a:spcPts val="0"/>
              </a:spcBef>
              <a:buNone/>
              <a:defRPr sz="1200">
                <a:solidFill>
                  <a:srgbClr val="888888"/>
                </a:solidFill>
                <a:latin typeface="Gill Sans"/>
                <a:ea typeface="Gill Sans"/>
                <a:cs typeface="Gill Sans"/>
                <a:sym typeface="Gill Sans"/>
              </a:defRPr>
            </a:lvl8pPr>
            <a:lvl9pPr marL="0" lvl="8" indent="0" algn="r">
              <a:spcBef>
                <a:spcPts val="0"/>
              </a:spcBef>
              <a:buNone/>
              <a:defRPr sz="1200">
                <a:solidFill>
                  <a:srgbClr val="888888"/>
                </a:solidFill>
                <a:latin typeface="Gill Sans"/>
                <a:ea typeface="Gill Sans"/>
                <a:cs typeface="Gill Sans"/>
                <a:sym typeface="Gill Sans"/>
              </a:defRPr>
            </a:lvl9pPr>
          </a:lstStyle>
          <a:p>
            <a:pPr marL="0" lvl="0" indent="0" algn="r" rtl="0">
              <a:spcBef>
                <a:spcPts val="0"/>
              </a:spcBef>
              <a:spcAft>
                <a:spcPts val="0"/>
              </a:spcAft>
              <a:buNone/>
            </a:pPr>
            <a:r>
              <a:rPr lang="en-US"/>
              <a:t>Slide no. </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5"/>
        <p:cNvGrpSpPr/>
        <p:nvPr/>
      </p:nvGrpSpPr>
      <p:grpSpPr>
        <a:xfrm>
          <a:off x="0" y="0"/>
          <a:ext cx="0" cy="0"/>
          <a:chOff x="0" y="0"/>
          <a:chExt cx="0" cy="0"/>
        </a:xfrm>
      </p:grpSpPr>
      <p:sp>
        <p:nvSpPr>
          <p:cNvPr id="6" name="Google Shape;6;p63"/>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lvl1pPr marR="0" lvl="0" algn="l" rtl="0">
              <a:lnSpc>
                <a:spcPct val="90000"/>
              </a:lnSpc>
              <a:spcBef>
                <a:spcPts val="0"/>
              </a:spcBef>
              <a:spcAft>
                <a:spcPts val="0"/>
              </a:spcAft>
              <a:buClr>
                <a:srgbClr val="00B050"/>
              </a:buClr>
              <a:buSzPts val="2100"/>
              <a:buFont typeface="Gill Sans"/>
              <a:buNone/>
              <a:defRPr sz="2100" b="0" i="0" u="none" strike="noStrike" cap="none">
                <a:solidFill>
                  <a:srgbClr val="00B050"/>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63"/>
          <p:cNvSpPr txBox="1">
            <a:spLocks noGrp="1"/>
          </p:cNvSpPr>
          <p:nvPr>
            <p:ph type="body" idx="1"/>
          </p:nvPr>
        </p:nvSpPr>
        <p:spPr>
          <a:xfrm>
            <a:off x="0" y="891539"/>
            <a:ext cx="9144000" cy="3962426"/>
          </a:xfrm>
          <a:prstGeom prst="rect">
            <a:avLst/>
          </a:prstGeom>
          <a:noFill/>
          <a:ln>
            <a:noFill/>
          </a:ln>
        </p:spPr>
        <p:txBody>
          <a:bodyPr spcFirstLastPara="1" wrap="square" lIns="91425" tIns="45700" rIns="91425" bIns="45700" anchor="t" anchorCtr="0">
            <a:normAutofit/>
          </a:bodyPr>
          <a:lstStyle>
            <a:lvl1pPr marL="457200" marR="0" lvl="0" indent="-314325" algn="l" rtl="0">
              <a:lnSpc>
                <a:spcPct val="100000"/>
              </a:lnSpc>
              <a:spcBef>
                <a:spcPts val="750"/>
              </a:spcBef>
              <a:spcAft>
                <a:spcPts val="0"/>
              </a:spcAft>
              <a:buClr>
                <a:schemeClr val="accent2"/>
              </a:buClr>
              <a:buSzPts val="1350"/>
              <a:buFont typeface="Arial"/>
              <a:buChar char="•"/>
              <a:defRPr sz="1350" b="0" i="0" u="none" strike="noStrike" cap="none">
                <a:solidFill>
                  <a:srgbClr val="262626"/>
                </a:solidFill>
                <a:latin typeface="Gill Sans"/>
                <a:ea typeface="Gill Sans"/>
                <a:cs typeface="Gill Sans"/>
                <a:sym typeface="Gill Sans"/>
              </a:defRPr>
            </a:lvl1pPr>
            <a:lvl2pPr marL="914400" marR="0" lvl="1" indent="-304800" algn="l" rtl="0">
              <a:lnSpc>
                <a:spcPct val="100000"/>
              </a:lnSpc>
              <a:spcBef>
                <a:spcPts val="750"/>
              </a:spcBef>
              <a:spcAft>
                <a:spcPts val="0"/>
              </a:spcAft>
              <a:buClr>
                <a:schemeClr val="accent2"/>
              </a:buClr>
              <a:buSzPts val="1200"/>
              <a:buFont typeface="Arial"/>
              <a:buChar char="•"/>
              <a:defRPr sz="1200" b="0" i="0" u="none" strike="noStrike" cap="none">
                <a:solidFill>
                  <a:srgbClr val="262626"/>
                </a:solidFill>
                <a:latin typeface="Gill Sans"/>
                <a:ea typeface="Gill Sans"/>
                <a:cs typeface="Gill Sans"/>
                <a:sym typeface="Gill Sans"/>
              </a:defRPr>
            </a:lvl2pPr>
            <a:lvl3pPr marL="1371600" marR="0" lvl="2" indent="-304800" algn="l" rtl="0">
              <a:lnSpc>
                <a:spcPct val="100000"/>
              </a:lnSpc>
              <a:spcBef>
                <a:spcPts val="750"/>
              </a:spcBef>
              <a:spcAft>
                <a:spcPts val="0"/>
              </a:spcAft>
              <a:buClr>
                <a:schemeClr val="accent2"/>
              </a:buClr>
              <a:buSzPts val="1200"/>
              <a:buFont typeface="Arial"/>
              <a:buChar char="•"/>
              <a:defRPr sz="1200" b="0" i="0" u="none" strike="noStrike" cap="none">
                <a:solidFill>
                  <a:srgbClr val="262626"/>
                </a:solidFill>
                <a:latin typeface="Gill Sans"/>
                <a:ea typeface="Gill Sans"/>
                <a:cs typeface="Gill Sans"/>
                <a:sym typeface="Gill Sans"/>
              </a:defRPr>
            </a:lvl3pPr>
            <a:lvl4pPr marL="1828800" marR="0" lvl="3" indent="-304800" algn="l" rtl="0">
              <a:lnSpc>
                <a:spcPct val="100000"/>
              </a:lnSpc>
              <a:spcBef>
                <a:spcPts val="750"/>
              </a:spcBef>
              <a:spcAft>
                <a:spcPts val="0"/>
              </a:spcAft>
              <a:buClr>
                <a:schemeClr val="accent2"/>
              </a:buClr>
              <a:buSzPts val="1200"/>
              <a:buFont typeface="Arial"/>
              <a:buChar char="•"/>
              <a:defRPr sz="1200" b="0" i="0" u="none" strike="noStrike" cap="none">
                <a:solidFill>
                  <a:srgbClr val="262626"/>
                </a:solidFill>
                <a:latin typeface="Gill Sans"/>
                <a:ea typeface="Gill Sans"/>
                <a:cs typeface="Gill Sans"/>
                <a:sym typeface="Gill Sans"/>
              </a:defRPr>
            </a:lvl4pPr>
            <a:lvl5pPr marL="2286000" marR="0" lvl="4" indent="-304800" algn="l" rtl="0">
              <a:lnSpc>
                <a:spcPct val="100000"/>
              </a:lnSpc>
              <a:spcBef>
                <a:spcPts val="750"/>
              </a:spcBef>
              <a:spcAft>
                <a:spcPts val="0"/>
              </a:spcAft>
              <a:buClr>
                <a:schemeClr val="accent2"/>
              </a:buClr>
              <a:buSzPts val="1200"/>
              <a:buFont typeface="Arial"/>
              <a:buChar char="•"/>
              <a:defRPr sz="1200" b="0" i="0" u="none" strike="noStrike" cap="none">
                <a:solidFill>
                  <a:srgbClr val="262626"/>
                </a:solidFill>
                <a:latin typeface="Gill Sans"/>
                <a:ea typeface="Gill Sans"/>
                <a:cs typeface="Gill Sans"/>
                <a:sym typeface="Gill Sans"/>
              </a:defRPr>
            </a:lvl5pPr>
            <a:lvl6pPr marL="2743200" marR="0" lvl="5" indent="-304800" algn="l" rtl="0">
              <a:lnSpc>
                <a:spcPct val="100000"/>
              </a:lnSpc>
              <a:spcBef>
                <a:spcPts val="750"/>
              </a:spcBef>
              <a:spcAft>
                <a:spcPts val="0"/>
              </a:spcAft>
              <a:buClr>
                <a:schemeClr val="accent2"/>
              </a:buClr>
              <a:buSzPts val="1200"/>
              <a:buFont typeface="Arial"/>
              <a:buChar char="•"/>
              <a:defRPr sz="1200" b="0" i="0" u="none" strike="noStrike" cap="none">
                <a:solidFill>
                  <a:schemeClr val="dk1"/>
                </a:solidFill>
                <a:latin typeface="Gill Sans"/>
                <a:ea typeface="Gill Sans"/>
                <a:cs typeface="Gill Sans"/>
                <a:sym typeface="Gill Sans"/>
              </a:defRPr>
            </a:lvl6pPr>
            <a:lvl7pPr marL="3200400" marR="0" lvl="6" indent="-304800" algn="l" rtl="0">
              <a:lnSpc>
                <a:spcPct val="100000"/>
              </a:lnSpc>
              <a:spcBef>
                <a:spcPts val="750"/>
              </a:spcBef>
              <a:spcAft>
                <a:spcPts val="0"/>
              </a:spcAft>
              <a:buClr>
                <a:schemeClr val="accent2"/>
              </a:buClr>
              <a:buSzPts val="1200"/>
              <a:buFont typeface="Arial"/>
              <a:buChar char="•"/>
              <a:defRPr sz="1200" b="0" i="0" u="none" strike="noStrike" cap="none">
                <a:solidFill>
                  <a:schemeClr val="dk1"/>
                </a:solidFill>
                <a:latin typeface="Gill Sans"/>
                <a:ea typeface="Gill Sans"/>
                <a:cs typeface="Gill Sans"/>
                <a:sym typeface="Gill Sans"/>
              </a:defRPr>
            </a:lvl7pPr>
            <a:lvl8pPr marL="3657600" marR="0" lvl="7" indent="-304800" algn="l" rtl="0">
              <a:lnSpc>
                <a:spcPct val="100000"/>
              </a:lnSpc>
              <a:spcBef>
                <a:spcPts val="750"/>
              </a:spcBef>
              <a:spcAft>
                <a:spcPts val="0"/>
              </a:spcAft>
              <a:buClr>
                <a:schemeClr val="accent2"/>
              </a:buClr>
              <a:buSzPts val="1200"/>
              <a:buFont typeface="Arial"/>
              <a:buChar char="•"/>
              <a:defRPr sz="1200" b="0" i="0" u="none" strike="noStrike" cap="none">
                <a:solidFill>
                  <a:schemeClr val="dk1"/>
                </a:solidFill>
                <a:latin typeface="Gill Sans"/>
                <a:ea typeface="Gill Sans"/>
                <a:cs typeface="Gill Sans"/>
                <a:sym typeface="Gill Sans"/>
              </a:defRPr>
            </a:lvl8pPr>
            <a:lvl9pPr marL="4114800" marR="0" lvl="8" indent="-304800" algn="l" rtl="0">
              <a:lnSpc>
                <a:spcPct val="100000"/>
              </a:lnSpc>
              <a:spcBef>
                <a:spcPts val="750"/>
              </a:spcBef>
              <a:spcAft>
                <a:spcPts val="0"/>
              </a:spcAft>
              <a:buClr>
                <a:schemeClr val="accent2"/>
              </a:buClr>
              <a:buSzPts val="1200"/>
              <a:buFont typeface="Arial"/>
              <a:buChar char="•"/>
              <a:defRPr sz="1200" b="0" i="0" u="none" strike="noStrike" cap="none">
                <a:solidFill>
                  <a:schemeClr val="dk1"/>
                </a:solidFill>
                <a:latin typeface="Gill Sans"/>
                <a:ea typeface="Gill Sans"/>
                <a:cs typeface="Gill Sans"/>
                <a:sym typeface="Gill Sans"/>
              </a:defRPr>
            </a:lvl9pPr>
          </a:lstStyle>
          <a:p>
            <a:endParaRPr/>
          </a:p>
        </p:txBody>
      </p:sp>
      <p:sp>
        <p:nvSpPr>
          <p:cNvPr id="8" name="Google Shape;8;p63"/>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788" b="0" i="0" u="none" strike="noStrike" cap="none">
                <a:solidFill>
                  <a:schemeClr val="dk1"/>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cxnSp>
        <p:nvCxnSpPr>
          <p:cNvPr id="9" name="Google Shape;9;p63"/>
          <p:cNvCxnSpPr/>
          <p:nvPr/>
        </p:nvCxnSpPr>
        <p:spPr>
          <a:xfrm>
            <a:off x="0" y="4824469"/>
            <a:ext cx="9144000" cy="22253"/>
          </a:xfrm>
          <a:prstGeom prst="straightConnector1">
            <a:avLst/>
          </a:prstGeom>
          <a:noFill/>
          <a:ln w="9525" cap="flat" cmpd="sng">
            <a:solidFill>
              <a:schemeClr val="accent1"/>
            </a:solidFill>
            <a:prstDash val="solid"/>
            <a:round/>
            <a:headEnd type="none" w="sm" len="sm"/>
            <a:tailEnd type="none" w="sm" len="sm"/>
          </a:ln>
        </p:spPr>
      </p:cxnSp>
      <p:sp>
        <p:nvSpPr>
          <p:cNvPr id="10" name="Google Shape;10;p63"/>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Gill Sans"/>
                <a:ea typeface="Gill Sans"/>
                <a:cs typeface="Gill Sans"/>
                <a:sym typeface="Gill Sans"/>
              </a:defRPr>
            </a:lvl1pPr>
            <a:lvl2pPr marL="0" marR="0" lvl="1" indent="0" algn="r" rtl="0">
              <a:spcBef>
                <a:spcPts val="0"/>
              </a:spcBef>
              <a:buNone/>
              <a:defRPr sz="1200" b="0" i="0" u="none" strike="noStrike" cap="none">
                <a:solidFill>
                  <a:srgbClr val="888888"/>
                </a:solidFill>
                <a:latin typeface="Gill Sans"/>
                <a:ea typeface="Gill Sans"/>
                <a:cs typeface="Gill Sans"/>
                <a:sym typeface="Gill Sans"/>
              </a:defRPr>
            </a:lvl2pPr>
            <a:lvl3pPr marL="0" marR="0" lvl="2" indent="0" algn="r" rtl="0">
              <a:spcBef>
                <a:spcPts val="0"/>
              </a:spcBef>
              <a:buNone/>
              <a:defRPr sz="1200" b="0" i="0" u="none" strike="noStrike" cap="none">
                <a:solidFill>
                  <a:srgbClr val="888888"/>
                </a:solidFill>
                <a:latin typeface="Gill Sans"/>
                <a:ea typeface="Gill Sans"/>
                <a:cs typeface="Gill Sans"/>
                <a:sym typeface="Gill Sans"/>
              </a:defRPr>
            </a:lvl3pPr>
            <a:lvl4pPr marL="0" marR="0" lvl="3" indent="0" algn="r" rtl="0">
              <a:spcBef>
                <a:spcPts val="0"/>
              </a:spcBef>
              <a:buNone/>
              <a:defRPr sz="1200" b="0" i="0" u="none" strike="noStrike" cap="none">
                <a:solidFill>
                  <a:srgbClr val="888888"/>
                </a:solidFill>
                <a:latin typeface="Gill Sans"/>
                <a:ea typeface="Gill Sans"/>
                <a:cs typeface="Gill Sans"/>
                <a:sym typeface="Gill Sans"/>
              </a:defRPr>
            </a:lvl4pPr>
            <a:lvl5pPr marL="0" marR="0" lvl="4" indent="0" algn="r" rtl="0">
              <a:spcBef>
                <a:spcPts val="0"/>
              </a:spcBef>
              <a:buNone/>
              <a:defRPr sz="1200" b="0" i="0" u="none" strike="noStrike" cap="none">
                <a:solidFill>
                  <a:srgbClr val="888888"/>
                </a:solidFill>
                <a:latin typeface="Gill Sans"/>
                <a:ea typeface="Gill Sans"/>
                <a:cs typeface="Gill Sans"/>
                <a:sym typeface="Gill Sans"/>
              </a:defRPr>
            </a:lvl5pPr>
            <a:lvl6pPr marL="0" marR="0" lvl="5" indent="0" algn="r" rtl="0">
              <a:spcBef>
                <a:spcPts val="0"/>
              </a:spcBef>
              <a:buNone/>
              <a:defRPr sz="1200" b="0" i="0" u="none" strike="noStrike" cap="none">
                <a:solidFill>
                  <a:srgbClr val="888888"/>
                </a:solidFill>
                <a:latin typeface="Gill Sans"/>
                <a:ea typeface="Gill Sans"/>
                <a:cs typeface="Gill Sans"/>
                <a:sym typeface="Gill Sans"/>
              </a:defRPr>
            </a:lvl6pPr>
            <a:lvl7pPr marL="0" marR="0" lvl="6" indent="0" algn="r" rtl="0">
              <a:spcBef>
                <a:spcPts val="0"/>
              </a:spcBef>
              <a:buNone/>
              <a:defRPr sz="1200" b="0" i="0" u="none" strike="noStrike" cap="none">
                <a:solidFill>
                  <a:srgbClr val="888888"/>
                </a:solidFill>
                <a:latin typeface="Gill Sans"/>
                <a:ea typeface="Gill Sans"/>
                <a:cs typeface="Gill Sans"/>
                <a:sym typeface="Gill Sans"/>
              </a:defRPr>
            </a:lvl7pPr>
            <a:lvl8pPr marL="0" marR="0" lvl="7" indent="0" algn="r" rtl="0">
              <a:spcBef>
                <a:spcPts val="0"/>
              </a:spcBef>
              <a:buNone/>
              <a:defRPr sz="1200" b="0" i="0" u="none" strike="noStrike" cap="none">
                <a:solidFill>
                  <a:srgbClr val="888888"/>
                </a:solidFill>
                <a:latin typeface="Gill Sans"/>
                <a:ea typeface="Gill Sans"/>
                <a:cs typeface="Gill Sans"/>
                <a:sym typeface="Gill Sans"/>
              </a:defRPr>
            </a:lvl8pPr>
            <a:lvl9pPr marL="0" marR="0" lvl="8" indent="0" algn="r" rtl="0">
              <a:spcBef>
                <a:spcPts val="0"/>
              </a:spcBef>
              <a:buNone/>
              <a:defRPr sz="1200" b="0" i="0" u="none" strike="noStrike" cap="none">
                <a:solidFill>
                  <a:srgbClr val="888888"/>
                </a:solidFill>
                <a:latin typeface="Gill Sans"/>
                <a:ea typeface="Gill Sans"/>
                <a:cs typeface="Gill Sans"/>
                <a:sym typeface="Gill Sans"/>
              </a:defRPr>
            </a:lvl9pPr>
          </a:lstStyle>
          <a:p>
            <a:pPr marL="0" lvl="0" indent="0" algn="r" rtl="0">
              <a:spcBef>
                <a:spcPts val="0"/>
              </a:spcBef>
              <a:spcAft>
                <a:spcPts val="0"/>
              </a:spcAft>
              <a:buNone/>
            </a:pPr>
            <a:r>
              <a:rPr lang="en-US"/>
              <a:t>Slide no. </a:t>
            </a: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jp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4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archive.ics.uci.edu/ml/datasets/Letter" TargetMode="External"/><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p1"/>
          <p:cNvSpPr txBox="1">
            <a:spLocks noGrp="1"/>
          </p:cNvSpPr>
          <p:nvPr>
            <p:ph type="title"/>
          </p:nvPr>
        </p:nvSpPr>
        <p:spPr>
          <a:xfrm>
            <a:off x="603504" y="1682871"/>
            <a:ext cx="3364992" cy="856123"/>
          </a:xfrm>
          <a:prstGeom prst="rect">
            <a:avLst/>
          </a:prstGeom>
          <a:solidFill>
            <a:srgbClr val="FFFFFF"/>
          </a:solidFill>
          <a:ln w="9525" cap="flat" cmpd="sng">
            <a:solidFill>
              <a:srgbClr val="404040"/>
            </a:solidFill>
            <a:prstDash val="solid"/>
            <a:round/>
            <a:headEnd type="none" w="sm" len="sm"/>
            <a:tailEnd type="none" w="sm" len="sm"/>
          </a:ln>
        </p:spPr>
        <p:txBody>
          <a:bodyPr spcFirstLastPara="1" wrap="square" lIns="182875" tIns="182875" rIns="182875" bIns="182875" anchor="ctr" anchorCtr="1">
            <a:normAutofit/>
          </a:bodyPr>
          <a:lstStyle/>
          <a:p>
            <a:pPr marL="0" lvl="0" indent="0" algn="l" rtl="0">
              <a:lnSpc>
                <a:spcPct val="90000"/>
              </a:lnSpc>
              <a:spcBef>
                <a:spcPts val="0"/>
              </a:spcBef>
              <a:spcAft>
                <a:spcPts val="0"/>
              </a:spcAft>
              <a:buClr>
                <a:srgbClr val="00B050"/>
              </a:buClr>
              <a:buSzPts val="1600"/>
              <a:buFont typeface="Gill Sans"/>
              <a:buNone/>
            </a:pPr>
            <a:r>
              <a:rPr lang="en-US"/>
              <a:t>RANDOM FOREST</a:t>
            </a:r>
            <a:endParaRPr/>
          </a:p>
        </p:txBody>
      </p:sp>
      <p:sp>
        <p:nvSpPr>
          <p:cNvPr id="54" name="Google Shape;54;p1"/>
          <p:cNvSpPr txBox="1">
            <a:spLocks noGrp="1"/>
          </p:cNvSpPr>
          <p:nvPr>
            <p:ph type="body" idx="1"/>
          </p:nvPr>
        </p:nvSpPr>
        <p:spPr>
          <a:xfrm>
            <a:off x="4665518" y="748144"/>
            <a:ext cx="4405746" cy="4010892"/>
          </a:xfrm>
          <a:prstGeom prst="rect">
            <a:avLst/>
          </a:prstGeom>
          <a:noFill/>
          <a:ln>
            <a:noFill/>
          </a:ln>
        </p:spPr>
        <p:txBody>
          <a:bodyPr spcFirstLastPara="1" wrap="square" lIns="91425" tIns="45700" rIns="91425" bIns="45700" anchor="t" anchorCtr="0">
            <a:normAutofit/>
          </a:bodyPr>
          <a:lstStyle/>
          <a:p>
            <a:pPr marL="171450" lvl="0" indent="-171450" algn="l" rtl="0">
              <a:lnSpc>
                <a:spcPct val="100000"/>
              </a:lnSpc>
              <a:spcBef>
                <a:spcPts val="0"/>
              </a:spcBef>
              <a:spcAft>
                <a:spcPts val="0"/>
              </a:spcAft>
              <a:buSzPts val="1600"/>
              <a:buChar char="•"/>
            </a:pPr>
            <a:r>
              <a:rPr lang="en-US" sz="1600"/>
              <a:t>What it is?</a:t>
            </a:r>
            <a:endParaRPr/>
          </a:p>
          <a:p>
            <a:pPr marL="171450" lvl="0" indent="-171450" algn="l" rtl="0">
              <a:lnSpc>
                <a:spcPct val="100000"/>
              </a:lnSpc>
              <a:spcBef>
                <a:spcPts val="750"/>
              </a:spcBef>
              <a:spcAft>
                <a:spcPts val="0"/>
              </a:spcAft>
              <a:buSzPts val="1600"/>
              <a:buChar char="•"/>
            </a:pPr>
            <a:r>
              <a:rPr lang="en-US" sz="1600"/>
              <a:t>python implementation</a:t>
            </a:r>
            <a:endParaRPr/>
          </a:p>
          <a:p>
            <a:pPr marL="171450" lvl="0" indent="-171450" algn="l" rtl="0">
              <a:lnSpc>
                <a:spcPct val="100000"/>
              </a:lnSpc>
              <a:spcBef>
                <a:spcPts val="750"/>
              </a:spcBef>
              <a:spcAft>
                <a:spcPts val="0"/>
              </a:spcAft>
              <a:buSzPts val="1600"/>
              <a:buChar char="•"/>
            </a:pPr>
            <a:r>
              <a:rPr lang="en-US" sz="1600"/>
              <a:t>Use cases</a:t>
            </a:r>
            <a:endParaRPr/>
          </a:p>
        </p:txBody>
      </p:sp>
      <p:sp>
        <p:nvSpPr>
          <p:cNvPr id="55" name="Google Shape;55;p1"/>
          <p:cNvSpPr txBox="1">
            <a:spLocks noGrp="1"/>
          </p:cNvSpPr>
          <p:nvPr>
            <p:ph type="body" idx="2"/>
          </p:nvPr>
        </p:nvSpPr>
        <p:spPr>
          <a:xfrm>
            <a:off x="836676" y="2662439"/>
            <a:ext cx="2846070" cy="1645527"/>
          </a:xfrm>
          <a:prstGeom prst="rect">
            <a:avLst/>
          </a:prstGeom>
          <a:noFill/>
          <a:ln>
            <a:noFill/>
          </a:ln>
        </p:spPr>
        <p:txBody>
          <a:bodyPr spcFirstLastPara="1" wrap="square" lIns="91425" tIns="45700" rIns="91425" bIns="45700" anchor="t" anchorCtr="1">
            <a:normAutofit/>
          </a:bodyPr>
          <a:lstStyle/>
          <a:p>
            <a:pPr marL="0" lvl="0" indent="0" algn="ctr" rtl="0">
              <a:lnSpc>
                <a:spcPct val="100000"/>
              </a:lnSpc>
              <a:spcBef>
                <a:spcPts val="0"/>
              </a:spcBef>
              <a:spcAft>
                <a:spcPts val="0"/>
              </a:spcAft>
              <a:buSzPts val="1125"/>
              <a:buNone/>
            </a:pPr>
            <a:endParaRPr/>
          </a:p>
        </p:txBody>
      </p:sp>
      <p:sp>
        <p:nvSpPr>
          <p:cNvPr id="56" name="Google Shape;56;p1"/>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2"/>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r>
              <a:rPr lang="en-US"/>
              <a:t>WHAT IT IS </a:t>
            </a:r>
            <a:endParaRPr/>
          </a:p>
        </p:txBody>
      </p:sp>
      <p:sp>
        <p:nvSpPr>
          <p:cNvPr id="62" name="Google Shape;62;p2"/>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63" name="Google Shape;63;p2"/>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2</a:t>
            </a:fld>
            <a:endParaRPr/>
          </a:p>
        </p:txBody>
      </p:sp>
      <p:sp>
        <p:nvSpPr>
          <p:cNvPr id="64" name="Google Shape;64;p2"/>
          <p:cNvSpPr/>
          <p:nvPr/>
        </p:nvSpPr>
        <p:spPr>
          <a:xfrm>
            <a:off x="129396" y="891540"/>
            <a:ext cx="8885207" cy="2031325"/>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rgbClr val="0070C0"/>
              </a:buClr>
              <a:buSzPts val="1800"/>
              <a:buFont typeface="Arial"/>
              <a:buChar char="•"/>
            </a:pPr>
            <a:r>
              <a:rPr lang="en-US" sz="1800" b="0" i="0" u="none" strike="noStrike" cap="none">
                <a:solidFill>
                  <a:srgbClr val="0070C0"/>
                </a:solidFill>
                <a:latin typeface="Gill Sans"/>
                <a:ea typeface="Gill Sans"/>
                <a:cs typeface="Gill Sans"/>
                <a:sym typeface="Gill Sans"/>
              </a:rPr>
              <a:t>Random forest </a:t>
            </a:r>
            <a:r>
              <a:rPr lang="en-US" sz="1800" b="0" i="0" u="none" strike="noStrike" cap="none">
                <a:solidFill>
                  <a:schemeClr val="dk1"/>
                </a:solidFill>
                <a:latin typeface="Gill Sans"/>
                <a:ea typeface="Gill Sans"/>
                <a:cs typeface="Gill Sans"/>
                <a:sym typeface="Gill Sans"/>
              </a:rPr>
              <a:t>is solid choice for nearly any prediction problem (even non-linear ones). </a:t>
            </a:r>
            <a:endParaRPr/>
          </a:p>
          <a:p>
            <a:pPr marL="285750" marR="0" lvl="0" indent="-171450" algn="l" rtl="0">
              <a:spcBef>
                <a:spcPts val="0"/>
              </a:spcBef>
              <a:spcAft>
                <a:spcPts val="0"/>
              </a:spcAft>
              <a:buClr>
                <a:schemeClr val="dk1"/>
              </a:buClr>
              <a:buSzPts val="1800"/>
              <a:buFont typeface="Arial"/>
              <a:buNone/>
            </a:pPr>
            <a:endParaRPr sz="1800" b="0" i="0" u="none" strike="noStrike" cap="none">
              <a:solidFill>
                <a:schemeClr val="dk1"/>
              </a:solidFill>
              <a:latin typeface="Gill Sans"/>
              <a:ea typeface="Gill Sans"/>
              <a:cs typeface="Gill Sans"/>
              <a:sym typeface="Gill Sans"/>
            </a:endParaRPr>
          </a:p>
          <a:p>
            <a:pPr marL="285750" marR="0" lvl="0" indent="-285750" algn="l" rtl="0">
              <a:spcBef>
                <a:spcPts val="0"/>
              </a:spcBef>
              <a:spcAft>
                <a:spcPts val="0"/>
              </a:spcAft>
              <a:buClr>
                <a:schemeClr val="dk1"/>
              </a:buClr>
              <a:buSzPts val="1800"/>
              <a:buFont typeface="Arial"/>
              <a:buChar char="•"/>
            </a:pPr>
            <a:r>
              <a:rPr lang="en-US" sz="1800" b="0" i="0" u="none" strike="noStrike" cap="none">
                <a:solidFill>
                  <a:schemeClr val="dk1"/>
                </a:solidFill>
                <a:latin typeface="Gill Sans"/>
                <a:ea typeface="Gill Sans"/>
                <a:cs typeface="Gill Sans"/>
                <a:sym typeface="Gill Sans"/>
              </a:rPr>
              <a:t>It's a relatively new machine learning strategy (it came out of Bell Labs in the 90s) and it can be used for just about anything. </a:t>
            </a:r>
            <a:endParaRPr/>
          </a:p>
          <a:p>
            <a:pPr marL="285750" marR="0" lvl="0" indent="-171450" algn="l" rtl="0">
              <a:spcBef>
                <a:spcPts val="0"/>
              </a:spcBef>
              <a:spcAft>
                <a:spcPts val="0"/>
              </a:spcAft>
              <a:buClr>
                <a:schemeClr val="dk1"/>
              </a:buClr>
              <a:buSzPts val="1800"/>
              <a:buFont typeface="Arial"/>
              <a:buNone/>
            </a:pPr>
            <a:endParaRPr sz="1800" b="0" i="0" u="none" strike="noStrike" cap="none">
              <a:solidFill>
                <a:schemeClr val="dk1"/>
              </a:solidFill>
              <a:latin typeface="Gill Sans"/>
              <a:ea typeface="Gill Sans"/>
              <a:cs typeface="Gill Sans"/>
              <a:sym typeface="Gill Sans"/>
            </a:endParaRPr>
          </a:p>
          <a:p>
            <a:pPr marL="285750" marR="0" lvl="0" indent="-285750" algn="l" rtl="0">
              <a:spcBef>
                <a:spcPts val="0"/>
              </a:spcBef>
              <a:spcAft>
                <a:spcPts val="0"/>
              </a:spcAft>
              <a:buClr>
                <a:schemeClr val="dk1"/>
              </a:buClr>
              <a:buSzPts val="1800"/>
              <a:buFont typeface="Arial"/>
              <a:buChar char="•"/>
            </a:pPr>
            <a:r>
              <a:rPr lang="en-US" sz="1800" b="0" i="0" u="none" strike="noStrike" cap="none">
                <a:solidFill>
                  <a:schemeClr val="dk1"/>
                </a:solidFill>
                <a:latin typeface="Gill Sans"/>
                <a:ea typeface="Gill Sans"/>
                <a:cs typeface="Gill Sans"/>
                <a:sym typeface="Gill Sans"/>
              </a:rPr>
              <a:t>It belongs to a larger class of machine learning algorithms called </a:t>
            </a:r>
            <a:r>
              <a:rPr lang="en-US" sz="1800" b="0" i="0" u="none" strike="noStrike" cap="none">
                <a:solidFill>
                  <a:srgbClr val="0070C0"/>
                </a:solidFill>
                <a:latin typeface="Gill Sans"/>
                <a:ea typeface="Gill Sans"/>
                <a:cs typeface="Gill Sans"/>
                <a:sym typeface="Gill Sans"/>
              </a:rPr>
              <a:t>ensemble methods</a:t>
            </a:r>
            <a:r>
              <a:rPr lang="en-US" sz="1800" b="0" i="0" u="none" strike="noStrike" cap="none">
                <a:solidFill>
                  <a:schemeClr val="dk1"/>
                </a:solidFill>
                <a:latin typeface="Gill Sans"/>
                <a:ea typeface="Gill Sans"/>
                <a:cs typeface="Gill Sans"/>
                <a:sym typeface="Gill Sans"/>
              </a:rPr>
              <a:t>.</a:t>
            </a:r>
            <a:endParaRPr/>
          </a:p>
          <a:p>
            <a:pPr marL="285750" marR="0" lvl="0" indent="-171450" algn="l" rtl="0">
              <a:spcBef>
                <a:spcPts val="0"/>
              </a:spcBef>
              <a:spcAft>
                <a:spcPts val="0"/>
              </a:spcAft>
              <a:buClr>
                <a:schemeClr val="dk1"/>
              </a:buClr>
              <a:buSzPts val="1800"/>
              <a:buFont typeface="Arial"/>
              <a:buNone/>
            </a:pPr>
            <a:endParaRPr sz="1800" b="0" i="0" u="none" strike="noStrike" cap="none">
              <a:solidFill>
                <a:schemeClr val="dk1"/>
              </a:solidFill>
              <a:latin typeface="Gill Sans"/>
              <a:ea typeface="Gill Sans"/>
              <a:cs typeface="Gill Sans"/>
              <a:sym typeface="Gill Sans"/>
            </a:endParaRPr>
          </a:p>
        </p:txBody>
      </p:sp>
      <p:grpSp>
        <p:nvGrpSpPr>
          <p:cNvPr id="65" name="Google Shape;65;p2"/>
          <p:cNvGrpSpPr/>
          <p:nvPr/>
        </p:nvGrpSpPr>
        <p:grpSpPr>
          <a:xfrm>
            <a:off x="2182041" y="2685046"/>
            <a:ext cx="4839932" cy="1918074"/>
            <a:chOff x="1992630" y="630"/>
            <a:chExt cx="4839932" cy="1918074"/>
          </a:xfrm>
        </p:grpSpPr>
        <p:sp>
          <p:nvSpPr>
            <p:cNvPr id="66" name="Google Shape;66;p2"/>
            <p:cNvSpPr/>
            <p:nvPr/>
          </p:nvSpPr>
          <p:spPr>
            <a:xfrm rot="5400000">
              <a:off x="2216280" y="696684"/>
              <a:ext cx="673667" cy="1120968"/>
            </a:xfrm>
            <a:prstGeom prst="corner">
              <a:avLst>
                <a:gd name="adj1" fmla="val 16120"/>
                <a:gd name="adj2" fmla="val 16110"/>
              </a:avLst>
            </a:prstGeom>
            <a:solidFill>
              <a:srgbClr val="F5A21B"/>
            </a:solidFill>
            <a:ln w="12700" cap="flat" cmpd="sng">
              <a:solidFill>
                <a:srgbClr val="F5A2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2103828" y="1031612"/>
              <a:ext cx="1012016" cy="88709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txBox="1"/>
            <p:nvPr/>
          </p:nvSpPr>
          <p:spPr>
            <a:xfrm>
              <a:off x="2103828" y="1031612"/>
              <a:ext cx="1012016" cy="887091"/>
            </a:xfrm>
            <a:prstGeom prst="rect">
              <a:avLst/>
            </a:prstGeom>
            <a:noFill/>
            <a:ln>
              <a:noFill/>
            </a:ln>
          </p:spPr>
          <p:txBody>
            <a:bodyPr spcFirstLastPara="1" wrap="square" lIns="72375" tIns="72375" rIns="72375" bIns="72375" anchor="t" anchorCtr="0">
              <a:noAutofit/>
            </a:bodyPr>
            <a:lstStyle/>
            <a:p>
              <a:pPr marL="0" marR="0" lvl="0" indent="0" algn="l" rtl="0">
                <a:lnSpc>
                  <a:spcPct val="90000"/>
                </a:lnSpc>
                <a:spcBef>
                  <a:spcPts val="0"/>
                </a:spcBef>
                <a:spcAft>
                  <a:spcPts val="0"/>
                </a:spcAft>
                <a:buClr>
                  <a:schemeClr val="dk1"/>
                </a:buClr>
                <a:buSzPts val="1900"/>
                <a:buFont typeface="Gill Sans"/>
                <a:buNone/>
              </a:pPr>
              <a:r>
                <a:rPr lang="en-US" sz="1900" b="0" i="0" u="none" strike="noStrike" cap="none">
                  <a:solidFill>
                    <a:schemeClr val="dk1"/>
                  </a:solidFill>
                  <a:latin typeface="Gill Sans"/>
                  <a:ea typeface="Gill Sans"/>
                  <a:cs typeface="Gill Sans"/>
                  <a:sym typeface="Gill Sans"/>
                </a:rPr>
                <a:t>Decision Trees</a:t>
              </a:r>
              <a:endParaRPr/>
            </a:p>
          </p:txBody>
        </p:sp>
        <p:sp>
          <p:nvSpPr>
            <p:cNvPr id="69" name="Google Shape;69;p2"/>
            <p:cNvSpPr/>
            <p:nvPr/>
          </p:nvSpPr>
          <p:spPr>
            <a:xfrm>
              <a:off x="2924898" y="614157"/>
              <a:ext cx="190946" cy="190946"/>
            </a:xfrm>
            <a:prstGeom prst="triangle">
              <a:avLst>
                <a:gd name="adj" fmla="val 100000"/>
              </a:avLst>
            </a:prstGeom>
            <a:solidFill>
              <a:srgbClr val="F5A21B"/>
            </a:solidFill>
            <a:ln w="12700" cap="flat" cmpd="sng">
              <a:solidFill>
                <a:srgbClr val="F5A2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rot="5400000">
              <a:off x="3455185" y="390115"/>
              <a:ext cx="673667" cy="1120968"/>
            </a:xfrm>
            <a:prstGeom prst="corner">
              <a:avLst>
                <a:gd name="adj1" fmla="val 16120"/>
                <a:gd name="adj2" fmla="val 16110"/>
              </a:avLst>
            </a:prstGeom>
            <a:solidFill>
              <a:srgbClr val="F5A21B"/>
            </a:solidFill>
            <a:ln w="12700" cap="flat" cmpd="sng">
              <a:solidFill>
                <a:srgbClr val="F5A2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3342734" y="725043"/>
              <a:ext cx="1012016" cy="88709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txBox="1"/>
            <p:nvPr/>
          </p:nvSpPr>
          <p:spPr>
            <a:xfrm>
              <a:off x="3342734" y="725043"/>
              <a:ext cx="1012016" cy="887091"/>
            </a:xfrm>
            <a:prstGeom prst="rect">
              <a:avLst/>
            </a:prstGeom>
            <a:noFill/>
            <a:ln>
              <a:noFill/>
            </a:ln>
          </p:spPr>
          <p:txBody>
            <a:bodyPr spcFirstLastPara="1" wrap="square" lIns="72375" tIns="72375" rIns="72375" bIns="72375" anchor="t" anchorCtr="0">
              <a:noAutofit/>
            </a:bodyPr>
            <a:lstStyle/>
            <a:p>
              <a:pPr marL="0" marR="0" lvl="0" indent="0" algn="l" rtl="0">
                <a:lnSpc>
                  <a:spcPct val="90000"/>
                </a:lnSpc>
                <a:spcBef>
                  <a:spcPts val="0"/>
                </a:spcBef>
                <a:spcAft>
                  <a:spcPts val="0"/>
                </a:spcAft>
                <a:buClr>
                  <a:schemeClr val="dk1"/>
                </a:buClr>
                <a:buSzPts val="1900"/>
                <a:buFont typeface="Gill Sans"/>
                <a:buNone/>
              </a:pPr>
              <a:r>
                <a:rPr lang="en-US" sz="1900" b="0" i="0" u="none" strike="noStrike" cap="none">
                  <a:solidFill>
                    <a:schemeClr val="dk1"/>
                  </a:solidFill>
                  <a:latin typeface="Gill Sans"/>
                  <a:ea typeface="Gill Sans"/>
                  <a:cs typeface="Gill Sans"/>
                  <a:sym typeface="Gill Sans"/>
                </a:rPr>
                <a:t>Bagging</a:t>
              </a:r>
              <a:endParaRPr/>
            </a:p>
          </p:txBody>
        </p:sp>
        <p:sp>
          <p:nvSpPr>
            <p:cNvPr id="73" name="Google Shape;73;p2"/>
            <p:cNvSpPr/>
            <p:nvPr/>
          </p:nvSpPr>
          <p:spPr>
            <a:xfrm>
              <a:off x="4163803" y="307588"/>
              <a:ext cx="190946" cy="190946"/>
            </a:xfrm>
            <a:prstGeom prst="triangle">
              <a:avLst>
                <a:gd name="adj" fmla="val 100000"/>
              </a:avLst>
            </a:prstGeom>
            <a:solidFill>
              <a:srgbClr val="F5A21B"/>
            </a:solidFill>
            <a:ln w="12700" cap="flat" cmpd="sng">
              <a:solidFill>
                <a:srgbClr val="F5A2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rot="5400000">
              <a:off x="4694091" y="83547"/>
              <a:ext cx="673667" cy="1120968"/>
            </a:xfrm>
            <a:prstGeom prst="corner">
              <a:avLst>
                <a:gd name="adj1" fmla="val 16120"/>
                <a:gd name="adj2" fmla="val 16110"/>
              </a:avLst>
            </a:prstGeom>
            <a:solidFill>
              <a:srgbClr val="F5A21B"/>
            </a:solidFill>
            <a:ln w="12700" cap="flat" cmpd="sng">
              <a:solidFill>
                <a:srgbClr val="F5A2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4581639" y="418475"/>
              <a:ext cx="1012016" cy="88709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txBox="1"/>
            <p:nvPr/>
          </p:nvSpPr>
          <p:spPr>
            <a:xfrm>
              <a:off x="4581639" y="418475"/>
              <a:ext cx="1012016" cy="887091"/>
            </a:xfrm>
            <a:prstGeom prst="rect">
              <a:avLst/>
            </a:prstGeom>
            <a:noFill/>
            <a:ln>
              <a:noFill/>
            </a:ln>
          </p:spPr>
          <p:txBody>
            <a:bodyPr spcFirstLastPara="1" wrap="square" lIns="72375" tIns="72375" rIns="72375" bIns="72375" anchor="t" anchorCtr="0">
              <a:noAutofit/>
            </a:bodyPr>
            <a:lstStyle/>
            <a:p>
              <a:pPr marL="0" marR="0" lvl="0" indent="0" algn="l" rtl="0">
                <a:lnSpc>
                  <a:spcPct val="90000"/>
                </a:lnSpc>
                <a:spcBef>
                  <a:spcPts val="0"/>
                </a:spcBef>
                <a:spcAft>
                  <a:spcPts val="0"/>
                </a:spcAft>
                <a:buClr>
                  <a:schemeClr val="dk1"/>
                </a:buClr>
                <a:buSzPts val="1900"/>
                <a:buFont typeface="Gill Sans"/>
                <a:buNone/>
              </a:pPr>
              <a:r>
                <a:rPr lang="en-US" sz="1900" b="0" i="0" u="none" strike="noStrike" cap="none">
                  <a:solidFill>
                    <a:schemeClr val="dk1"/>
                  </a:solidFill>
                  <a:latin typeface="Gill Sans"/>
                  <a:ea typeface="Gill Sans"/>
                  <a:cs typeface="Gill Sans"/>
                  <a:sym typeface="Gill Sans"/>
                </a:rPr>
                <a:t>Random Forest</a:t>
              </a:r>
              <a:endParaRPr/>
            </a:p>
          </p:txBody>
        </p:sp>
        <p:sp>
          <p:nvSpPr>
            <p:cNvPr id="77" name="Google Shape;77;p2"/>
            <p:cNvSpPr/>
            <p:nvPr/>
          </p:nvSpPr>
          <p:spPr>
            <a:xfrm>
              <a:off x="5402709" y="1020"/>
              <a:ext cx="190946" cy="190946"/>
            </a:xfrm>
            <a:prstGeom prst="triangle">
              <a:avLst>
                <a:gd name="adj" fmla="val 100000"/>
              </a:avLst>
            </a:prstGeom>
            <a:solidFill>
              <a:srgbClr val="F5A21B"/>
            </a:solidFill>
            <a:ln w="12700" cap="flat" cmpd="sng">
              <a:solidFill>
                <a:srgbClr val="F5A2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rot="5400000">
              <a:off x="5932997" y="-223021"/>
              <a:ext cx="673667" cy="1120968"/>
            </a:xfrm>
            <a:prstGeom prst="corner">
              <a:avLst>
                <a:gd name="adj1" fmla="val 16120"/>
                <a:gd name="adj2" fmla="val 16110"/>
              </a:avLst>
            </a:prstGeom>
            <a:solidFill>
              <a:srgbClr val="F5A21B"/>
            </a:solidFill>
            <a:ln w="12700" cap="flat" cmpd="sng">
              <a:solidFill>
                <a:srgbClr val="F5A2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5820545" y="111906"/>
              <a:ext cx="1012016" cy="88709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txBox="1"/>
            <p:nvPr/>
          </p:nvSpPr>
          <p:spPr>
            <a:xfrm>
              <a:off x="5820545" y="111906"/>
              <a:ext cx="1012016" cy="887091"/>
            </a:xfrm>
            <a:prstGeom prst="rect">
              <a:avLst/>
            </a:prstGeom>
            <a:noFill/>
            <a:ln>
              <a:noFill/>
            </a:ln>
          </p:spPr>
          <p:txBody>
            <a:bodyPr spcFirstLastPara="1" wrap="square" lIns="72375" tIns="72375" rIns="72375" bIns="72375" anchor="t" anchorCtr="0">
              <a:noAutofit/>
            </a:bodyPr>
            <a:lstStyle/>
            <a:p>
              <a:pPr marL="0" marR="0" lvl="0" indent="0" algn="l" rtl="0">
                <a:lnSpc>
                  <a:spcPct val="90000"/>
                </a:lnSpc>
                <a:spcBef>
                  <a:spcPts val="0"/>
                </a:spcBef>
                <a:spcAft>
                  <a:spcPts val="0"/>
                </a:spcAft>
                <a:buClr>
                  <a:schemeClr val="dk1"/>
                </a:buClr>
                <a:buSzPts val="1900"/>
                <a:buFont typeface="Gill Sans"/>
                <a:buNone/>
              </a:pPr>
              <a:r>
                <a:rPr lang="en-US" sz="1900" b="0" i="0" u="none" strike="noStrike" cap="none">
                  <a:solidFill>
                    <a:schemeClr val="dk1"/>
                  </a:solidFill>
                  <a:latin typeface="Gill Sans"/>
                  <a:ea typeface="Gill Sans"/>
                  <a:cs typeface="Gill Sans"/>
                  <a:sym typeface="Gill Sans"/>
                </a:rPr>
                <a:t>Boosting</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3"/>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r>
              <a:rPr lang="en-US"/>
              <a:t>ENSEMBLE LEARNING</a:t>
            </a:r>
            <a:endParaRPr/>
          </a:p>
        </p:txBody>
      </p:sp>
      <p:sp>
        <p:nvSpPr>
          <p:cNvPr id="86" name="Google Shape;86;p3"/>
          <p:cNvSpPr txBox="1">
            <a:spLocks noGrp="1"/>
          </p:cNvSpPr>
          <p:nvPr>
            <p:ph type="body" idx="1"/>
          </p:nvPr>
        </p:nvSpPr>
        <p:spPr>
          <a:xfrm>
            <a:off x="0" y="891539"/>
            <a:ext cx="9144000" cy="3971405"/>
          </a:xfrm>
          <a:prstGeom prst="rect">
            <a:avLst/>
          </a:prstGeom>
          <a:noFill/>
          <a:ln>
            <a:noFill/>
          </a:ln>
        </p:spPr>
        <p:txBody>
          <a:bodyPr spcFirstLastPara="1" wrap="square" lIns="91425" tIns="45700" rIns="91425" bIns="45700" anchor="t" anchorCtr="0">
            <a:normAutofit lnSpcReduction="10000"/>
          </a:bodyPr>
          <a:lstStyle/>
          <a:p>
            <a:pPr marL="171450" lvl="0" indent="-171450" algn="l" rtl="0">
              <a:lnSpc>
                <a:spcPct val="100000"/>
              </a:lnSpc>
              <a:spcBef>
                <a:spcPts val="0"/>
              </a:spcBef>
              <a:spcAft>
                <a:spcPts val="0"/>
              </a:spcAft>
              <a:buSzPts val="1600"/>
              <a:buChar char="•"/>
            </a:pPr>
            <a:r>
              <a:rPr lang="en-US" sz="1600"/>
              <a:t>involves the combination of several models to solve a single prediction problem. </a:t>
            </a:r>
            <a:endParaRPr/>
          </a:p>
          <a:p>
            <a:pPr marL="171450" lvl="0" indent="-69850" algn="l" rtl="0">
              <a:lnSpc>
                <a:spcPct val="100000"/>
              </a:lnSpc>
              <a:spcBef>
                <a:spcPts val="750"/>
              </a:spcBef>
              <a:spcAft>
                <a:spcPts val="0"/>
              </a:spcAft>
              <a:buSzPts val="1600"/>
              <a:buNone/>
            </a:pPr>
            <a:endParaRPr sz="1600"/>
          </a:p>
          <a:p>
            <a:pPr marL="171450" lvl="0" indent="-171450" algn="l" rtl="0">
              <a:lnSpc>
                <a:spcPct val="100000"/>
              </a:lnSpc>
              <a:spcBef>
                <a:spcPts val="750"/>
              </a:spcBef>
              <a:spcAft>
                <a:spcPts val="0"/>
              </a:spcAft>
              <a:buSzPts val="1600"/>
              <a:buChar char="•"/>
            </a:pPr>
            <a:r>
              <a:rPr lang="en-US" sz="1600"/>
              <a:t>It works by generating multiple classifiers/models which learn and make predictions independently. </a:t>
            </a:r>
            <a:endParaRPr/>
          </a:p>
          <a:p>
            <a:pPr marL="171450" lvl="0" indent="-69850" algn="l" rtl="0">
              <a:lnSpc>
                <a:spcPct val="100000"/>
              </a:lnSpc>
              <a:spcBef>
                <a:spcPts val="750"/>
              </a:spcBef>
              <a:spcAft>
                <a:spcPts val="0"/>
              </a:spcAft>
              <a:buSzPts val="1600"/>
              <a:buNone/>
            </a:pPr>
            <a:endParaRPr sz="1600"/>
          </a:p>
          <a:p>
            <a:pPr marL="171450" lvl="0" indent="-171450" algn="l" rtl="0">
              <a:lnSpc>
                <a:spcPct val="100000"/>
              </a:lnSpc>
              <a:spcBef>
                <a:spcPts val="750"/>
              </a:spcBef>
              <a:spcAft>
                <a:spcPts val="0"/>
              </a:spcAft>
              <a:buSzPts val="1600"/>
              <a:buChar char="•"/>
            </a:pPr>
            <a:r>
              <a:rPr lang="en-US" sz="1600"/>
              <a:t>Those predictions are then combined into a single (mega) prediction that should be as good or better than the prediction made by any one classifier.</a:t>
            </a:r>
            <a:endParaRPr/>
          </a:p>
          <a:p>
            <a:pPr marL="171450" lvl="0" indent="-69850" algn="l" rtl="0">
              <a:lnSpc>
                <a:spcPct val="100000"/>
              </a:lnSpc>
              <a:spcBef>
                <a:spcPts val="750"/>
              </a:spcBef>
              <a:spcAft>
                <a:spcPts val="0"/>
              </a:spcAft>
              <a:buSzPts val="1600"/>
              <a:buNone/>
            </a:pPr>
            <a:endParaRPr sz="1600"/>
          </a:p>
          <a:p>
            <a:pPr marL="171450" lvl="0" indent="-171450" algn="l" rtl="0">
              <a:lnSpc>
                <a:spcPct val="100000"/>
              </a:lnSpc>
              <a:spcBef>
                <a:spcPts val="750"/>
              </a:spcBef>
              <a:spcAft>
                <a:spcPts val="0"/>
              </a:spcAft>
              <a:buSzPts val="1600"/>
              <a:buChar char="•"/>
            </a:pPr>
            <a:r>
              <a:rPr lang="en-US" sz="1600">
                <a:solidFill>
                  <a:srgbClr val="0070C0"/>
                </a:solidFill>
              </a:rPr>
              <a:t>Random forest </a:t>
            </a:r>
            <a:r>
              <a:rPr lang="en-US" sz="1600"/>
              <a:t>is a brand of ensemble learning, as it relies on an </a:t>
            </a:r>
            <a:r>
              <a:rPr lang="en-US" sz="1600">
                <a:solidFill>
                  <a:srgbClr val="0070C0"/>
                </a:solidFill>
              </a:rPr>
              <a:t>ensemble</a:t>
            </a:r>
            <a:r>
              <a:rPr lang="en-US" sz="1600"/>
              <a:t> of </a:t>
            </a:r>
            <a:r>
              <a:rPr lang="en-US" sz="1600">
                <a:solidFill>
                  <a:srgbClr val="0070C0"/>
                </a:solidFill>
              </a:rPr>
              <a:t>decision trees</a:t>
            </a:r>
            <a:r>
              <a:rPr lang="en-US" sz="1600"/>
              <a:t>. </a:t>
            </a:r>
            <a:endParaRPr/>
          </a:p>
          <a:p>
            <a:pPr marL="171450" lvl="0" indent="-69850" algn="l" rtl="0">
              <a:lnSpc>
                <a:spcPct val="100000"/>
              </a:lnSpc>
              <a:spcBef>
                <a:spcPts val="750"/>
              </a:spcBef>
              <a:spcAft>
                <a:spcPts val="0"/>
              </a:spcAft>
              <a:buSzPts val="1600"/>
              <a:buNone/>
            </a:pPr>
            <a:endParaRPr sz="1600"/>
          </a:p>
          <a:p>
            <a:pPr marL="171450" lvl="0" indent="-171450" algn="l" rtl="0">
              <a:lnSpc>
                <a:spcPct val="100000"/>
              </a:lnSpc>
              <a:spcBef>
                <a:spcPts val="750"/>
              </a:spcBef>
              <a:spcAft>
                <a:spcPts val="0"/>
              </a:spcAft>
              <a:buSzPts val="1600"/>
              <a:buChar char="•"/>
            </a:pPr>
            <a:r>
              <a:rPr lang="en-US" sz="1600">
                <a:solidFill>
                  <a:srgbClr val="0070C0"/>
                </a:solidFill>
              </a:rPr>
              <a:t>Ensemble learning </a:t>
            </a:r>
            <a:r>
              <a:rPr lang="en-US" sz="1600"/>
              <a:t>– 2 types</a:t>
            </a:r>
            <a:endParaRPr/>
          </a:p>
          <a:p>
            <a:pPr marL="342900" lvl="1" indent="-171450" algn="l" rtl="0">
              <a:lnSpc>
                <a:spcPct val="100000"/>
              </a:lnSpc>
              <a:spcBef>
                <a:spcPts val="750"/>
              </a:spcBef>
              <a:spcAft>
                <a:spcPts val="0"/>
              </a:spcAft>
              <a:buSzPts val="1450"/>
              <a:buChar char="•"/>
            </a:pPr>
            <a:r>
              <a:rPr lang="en-US" sz="1450"/>
              <a:t>Sequential </a:t>
            </a:r>
            <a:endParaRPr/>
          </a:p>
          <a:p>
            <a:pPr marL="342900" lvl="1" indent="-171450" algn="l" rtl="0">
              <a:lnSpc>
                <a:spcPct val="100000"/>
              </a:lnSpc>
              <a:spcBef>
                <a:spcPts val="750"/>
              </a:spcBef>
              <a:spcAft>
                <a:spcPts val="0"/>
              </a:spcAft>
              <a:buSzPts val="1450"/>
              <a:buChar char="•"/>
            </a:pPr>
            <a:r>
              <a:rPr lang="en-US" sz="1450"/>
              <a:t>Parallel</a:t>
            </a:r>
            <a:endParaRPr/>
          </a:p>
        </p:txBody>
      </p:sp>
      <p:sp>
        <p:nvSpPr>
          <p:cNvPr id="87" name="Google Shape;87;p3"/>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88" name="Google Shape;88;p3"/>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4"/>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r>
              <a:rPr lang="en-US"/>
              <a:t>HOW IT WORKS</a:t>
            </a:r>
            <a:endParaRPr/>
          </a:p>
        </p:txBody>
      </p:sp>
      <p:pic>
        <p:nvPicPr>
          <p:cNvPr id="94" name="Google Shape;94;p4"/>
          <p:cNvPicPr preferRelativeResize="0">
            <a:picLocks noGrp="1"/>
          </p:cNvPicPr>
          <p:nvPr>
            <p:ph type="body" idx="1"/>
          </p:nvPr>
        </p:nvPicPr>
        <p:blipFill rotWithShape="1">
          <a:blip r:embed="rId3">
            <a:alphaModFix/>
          </a:blip>
          <a:srcRect/>
          <a:stretch/>
        </p:blipFill>
        <p:spPr>
          <a:xfrm>
            <a:off x="4044527" y="996566"/>
            <a:ext cx="5003164" cy="3752373"/>
          </a:xfrm>
          <a:prstGeom prst="rect">
            <a:avLst/>
          </a:prstGeom>
          <a:noFill/>
          <a:ln>
            <a:noFill/>
          </a:ln>
        </p:spPr>
      </p:pic>
      <p:sp>
        <p:nvSpPr>
          <p:cNvPr id="95" name="Google Shape;95;p4"/>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96" name="Google Shape;96;p4"/>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4</a:t>
            </a:fld>
            <a:endParaRPr/>
          </a:p>
        </p:txBody>
      </p:sp>
      <p:sp>
        <p:nvSpPr>
          <p:cNvPr id="97" name="Google Shape;97;p4"/>
          <p:cNvSpPr/>
          <p:nvPr/>
        </p:nvSpPr>
        <p:spPr>
          <a:xfrm>
            <a:off x="96308" y="996566"/>
            <a:ext cx="3738025" cy="2062103"/>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600"/>
              <a:buFont typeface="Arial"/>
              <a:buChar char="•"/>
            </a:pPr>
            <a:r>
              <a:rPr lang="en-US" sz="1600" b="0" i="0" u="none" strike="noStrike" cap="none">
                <a:solidFill>
                  <a:schemeClr val="dk1"/>
                </a:solidFill>
                <a:latin typeface="Gill Sans"/>
                <a:ea typeface="Gill Sans"/>
                <a:cs typeface="Gill Sans"/>
                <a:sym typeface="Gill Sans"/>
              </a:rPr>
              <a:t>Multiple decision trees</a:t>
            </a:r>
            <a:endParaRPr/>
          </a:p>
          <a:p>
            <a:pPr marL="285750" marR="0" lvl="0" indent="-184150" algn="l" rtl="0">
              <a:spcBef>
                <a:spcPts val="0"/>
              </a:spcBef>
              <a:spcAft>
                <a:spcPts val="0"/>
              </a:spcAft>
              <a:buClr>
                <a:schemeClr val="dk1"/>
              </a:buClr>
              <a:buSzPts val="1600"/>
              <a:buFont typeface="Arial"/>
              <a:buNone/>
            </a:pPr>
            <a:endParaRPr sz="1600" b="0" i="0" u="none" strike="noStrike" cap="none">
              <a:solidFill>
                <a:schemeClr val="dk1"/>
              </a:solidFill>
              <a:latin typeface="Gill Sans"/>
              <a:ea typeface="Gill Sans"/>
              <a:cs typeface="Gill Sans"/>
              <a:sym typeface="Gill Sans"/>
            </a:endParaRPr>
          </a:p>
          <a:p>
            <a:pPr marL="285750" marR="0" lvl="0" indent="-285750" algn="l" rtl="0">
              <a:spcBef>
                <a:spcPts val="0"/>
              </a:spcBef>
              <a:spcAft>
                <a:spcPts val="0"/>
              </a:spcAft>
              <a:buClr>
                <a:schemeClr val="dk1"/>
              </a:buClr>
              <a:buSzPts val="1600"/>
              <a:buFont typeface="Arial"/>
              <a:buChar char="•"/>
            </a:pPr>
            <a:r>
              <a:rPr lang="en-US" sz="1600" b="0" i="0" u="none" strike="noStrike" cap="none">
                <a:solidFill>
                  <a:schemeClr val="dk1"/>
                </a:solidFill>
                <a:latin typeface="Gill Sans"/>
                <a:ea typeface="Gill Sans"/>
                <a:cs typeface="Gill Sans"/>
                <a:sym typeface="Gill Sans"/>
              </a:rPr>
              <a:t>Outcome of all decision trees is taken and majority voting is the decision</a:t>
            </a:r>
            <a:endParaRPr/>
          </a:p>
          <a:p>
            <a:pPr marL="285750" marR="0" lvl="0" indent="-184150" algn="l" rtl="0">
              <a:spcBef>
                <a:spcPts val="0"/>
              </a:spcBef>
              <a:spcAft>
                <a:spcPts val="0"/>
              </a:spcAft>
              <a:buClr>
                <a:schemeClr val="dk1"/>
              </a:buClr>
              <a:buSzPts val="1600"/>
              <a:buFont typeface="Arial"/>
              <a:buNone/>
            </a:pPr>
            <a:endParaRPr sz="1600" b="0" i="0" u="none" strike="noStrike" cap="none">
              <a:solidFill>
                <a:schemeClr val="dk1"/>
              </a:solidFill>
              <a:latin typeface="Gill Sans"/>
              <a:ea typeface="Gill Sans"/>
              <a:cs typeface="Gill Sans"/>
              <a:sym typeface="Gill Sans"/>
            </a:endParaRPr>
          </a:p>
          <a:p>
            <a:pPr marL="285750" marR="0" lvl="0" indent="-184150" algn="l" rtl="0">
              <a:spcBef>
                <a:spcPts val="0"/>
              </a:spcBef>
              <a:spcAft>
                <a:spcPts val="0"/>
              </a:spcAft>
              <a:buClr>
                <a:schemeClr val="dk1"/>
              </a:buClr>
              <a:buSzPts val="1600"/>
              <a:buFont typeface="Arial"/>
              <a:buNone/>
            </a:pPr>
            <a:endParaRPr sz="1600" b="0" i="0" u="none" strike="noStrike" cap="none">
              <a:solidFill>
                <a:schemeClr val="dk1"/>
              </a:solidFill>
              <a:latin typeface="Gill Sans"/>
              <a:ea typeface="Gill Sans"/>
              <a:cs typeface="Gill Sans"/>
              <a:sym typeface="Gill Sans"/>
            </a:endParaRPr>
          </a:p>
          <a:p>
            <a:pPr marL="285750" marR="0" lvl="0" indent="-184150" algn="l" rtl="0">
              <a:spcBef>
                <a:spcPts val="0"/>
              </a:spcBef>
              <a:spcAft>
                <a:spcPts val="0"/>
              </a:spcAft>
              <a:buClr>
                <a:schemeClr val="dk1"/>
              </a:buClr>
              <a:buSzPts val="1600"/>
              <a:buFont typeface="Arial"/>
              <a:buNone/>
            </a:pPr>
            <a:endParaRPr sz="1600" b="0" i="0" u="none" strike="noStrike" cap="none">
              <a:solidFill>
                <a:schemeClr val="dk1"/>
              </a:solidFill>
              <a:latin typeface="Gill Sans"/>
              <a:ea typeface="Gill Sans"/>
              <a:cs typeface="Gill Sans"/>
              <a:sym typeface="Gill Sans"/>
            </a:endParaRPr>
          </a:p>
          <a:p>
            <a:pPr marL="0" marR="0" lvl="0" indent="0" algn="l" rtl="0">
              <a:spcBef>
                <a:spcPts val="0"/>
              </a:spcBef>
              <a:spcAft>
                <a:spcPts val="0"/>
              </a:spcAft>
              <a:buNone/>
            </a:pPr>
            <a:endParaRPr sz="1600">
              <a:solidFill>
                <a:schemeClr val="dk1"/>
              </a:solidFill>
              <a:latin typeface="Gill Sans"/>
              <a:ea typeface="Gill Sans"/>
              <a:cs typeface="Gill Sans"/>
              <a:sym typeface="Gill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5"/>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r>
              <a:rPr lang="en-US"/>
              <a:t>HOW THE RANDOM FOREST ALGORITHM WORKS</a:t>
            </a:r>
            <a:endParaRPr/>
          </a:p>
        </p:txBody>
      </p:sp>
      <p:sp>
        <p:nvSpPr>
          <p:cNvPr id="103" name="Google Shape;103;p5"/>
          <p:cNvSpPr txBox="1">
            <a:spLocks noGrp="1"/>
          </p:cNvSpPr>
          <p:nvPr>
            <p:ph type="body" idx="1"/>
          </p:nvPr>
        </p:nvSpPr>
        <p:spPr>
          <a:xfrm>
            <a:off x="0" y="891539"/>
            <a:ext cx="9144000" cy="3971405"/>
          </a:xfrm>
          <a:prstGeom prst="rect">
            <a:avLst/>
          </a:prstGeom>
          <a:noFill/>
          <a:ln>
            <a:noFill/>
          </a:ln>
        </p:spPr>
        <p:txBody>
          <a:bodyPr spcFirstLastPara="1" wrap="square" lIns="91425" tIns="45700" rIns="91425" bIns="45700" anchor="t" anchorCtr="0">
            <a:normAutofit/>
          </a:bodyPr>
          <a:lstStyle/>
          <a:p>
            <a:pPr marL="171450" lvl="0" indent="-171450" algn="l" rtl="0">
              <a:lnSpc>
                <a:spcPct val="100000"/>
              </a:lnSpc>
              <a:spcBef>
                <a:spcPts val="0"/>
              </a:spcBef>
              <a:spcAft>
                <a:spcPts val="0"/>
              </a:spcAft>
              <a:buSzPts val="1600"/>
              <a:buChar char="•"/>
            </a:pPr>
            <a:r>
              <a:rPr lang="en-US" sz="1600"/>
              <a:t>Pick N random records from the dataset. Build decision trees based on these N records.</a:t>
            </a:r>
            <a:endParaRPr/>
          </a:p>
          <a:p>
            <a:pPr marL="171450" lvl="0" indent="-69850" algn="l" rtl="0">
              <a:lnSpc>
                <a:spcPct val="100000"/>
              </a:lnSpc>
              <a:spcBef>
                <a:spcPts val="750"/>
              </a:spcBef>
              <a:spcAft>
                <a:spcPts val="0"/>
              </a:spcAft>
              <a:buSzPts val="1600"/>
              <a:buNone/>
            </a:pPr>
            <a:endParaRPr sz="1600"/>
          </a:p>
          <a:p>
            <a:pPr marL="171450" lvl="0" indent="-171450" algn="l" rtl="0">
              <a:lnSpc>
                <a:spcPct val="100000"/>
              </a:lnSpc>
              <a:spcBef>
                <a:spcPts val="750"/>
              </a:spcBef>
              <a:spcAft>
                <a:spcPts val="0"/>
              </a:spcAft>
              <a:buSzPts val="1600"/>
              <a:buChar char="•"/>
            </a:pPr>
            <a:r>
              <a:rPr lang="en-US" sz="1600"/>
              <a:t>Choose the number of trees you want in your algorithm and repeat steps 1 and 2.</a:t>
            </a:r>
            <a:endParaRPr/>
          </a:p>
          <a:p>
            <a:pPr marL="171450" lvl="0" indent="-69850" algn="l" rtl="0">
              <a:lnSpc>
                <a:spcPct val="100000"/>
              </a:lnSpc>
              <a:spcBef>
                <a:spcPts val="750"/>
              </a:spcBef>
              <a:spcAft>
                <a:spcPts val="0"/>
              </a:spcAft>
              <a:buSzPts val="1600"/>
              <a:buNone/>
            </a:pPr>
            <a:endParaRPr sz="1600"/>
          </a:p>
          <a:p>
            <a:pPr marL="171450" lvl="0" indent="-171450" algn="l" rtl="0">
              <a:lnSpc>
                <a:spcPct val="100000"/>
              </a:lnSpc>
              <a:spcBef>
                <a:spcPts val="750"/>
              </a:spcBef>
              <a:spcAft>
                <a:spcPts val="0"/>
              </a:spcAft>
              <a:buSzPts val="1600"/>
              <a:buChar char="•"/>
            </a:pPr>
            <a:r>
              <a:rPr lang="en-US" sz="1600"/>
              <a:t>In case of a </a:t>
            </a:r>
            <a:r>
              <a:rPr lang="en-US" sz="1600">
                <a:solidFill>
                  <a:srgbClr val="0070C0"/>
                </a:solidFill>
              </a:rPr>
              <a:t>regression problem</a:t>
            </a:r>
            <a:r>
              <a:rPr lang="en-US" sz="1600"/>
              <a:t>, for a new record, each tree in the forest predicts a value for Y (output). The final value can be calculated by taking the average of all the values predicted by all the trees in forest. </a:t>
            </a:r>
            <a:endParaRPr/>
          </a:p>
          <a:p>
            <a:pPr marL="171450" lvl="0" indent="-171450" algn="l" rtl="0">
              <a:lnSpc>
                <a:spcPct val="100000"/>
              </a:lnSpc>
              <a:spcBef>
                <a:spcPts val="750"/>
              </a:spcBef>
              <a:spcAft>
                <a:spcPts val="0"/>
              </a:spcAft>
              <a:buSzPts val="1600"/>
              <a:buChar char="•"/>
            </a:pPr>
            <a:r>
              <a:rPr lang="en-US" sz="1600"/>
              <a:t>Or, </a:t>
            </a:r>
            <a:endParaRPr/>
          </a:p>
          <a:p>
            <a:pPr marL="171450" lvl="0" indent="-171450" algn="l" rtl="0">
              <a:lnSpc>
                <a:spcPct val="100000"/>
              </a:lnSpc>
              <a:spcBef>
                <a:spcPts val="750"/>
              </a:spcBef>
              <a:spcAft>
                <a:spcPts val="0"/>
              </a:spcAft>
              <a:buSzPts val="1600"/>
              <a:buChar char="•"/>
            </a:pPr>
            <a:r>
              <a:rPr lang="en-US" sz="1600"/>
              <a:t>in case of a </a:t>
            </a:r>
            <a:r>
              <a:rPr lang="en-US" sz="1600">
                <a:solidFill>
                  <a:srgbClr val="0070C0"/>
                </a:solidFill>
              </a:rPr>
              <a:t>classification problem</a:t>
            </a:r>
            <a:r>
              <a:rPr lang="en-US" sz="1600"/>
              <a:t>, each tree in the forest predicts the category to which the new record belongs. </a:t>
            </a:r>
            <a:endParaRPr/>
          </a:p>
          <a:p>
            <a:pPr marL="171450" lvl="0" indent="-69850" algn="l" rtl="0">
              <a:lnSpc>
                <a:spcPct val="100000"/>
              </a:lnSpc>
              <a:spcBef>
                <a:spcPts val="750"/>
              </a:spcBef>
              <a:spcAft>
                <a:spcPts val="0"/>
              </a:spcAft>
              <a:buSzPts val="1600"/>
              <a:buNone/>
            </a:pPr>
            <a:endParaRPr sz="1600"/>
          </a:p>
          <a:p>
            <a:pPr marL="171450" lvl="0" indent="-171450" algn="l" rtl="0">
              <a:lnSpc>
                <a:spcPct val="100000"/>
              </a:lnSpc>
              <a:spcBef>
                <a:spcPts val="750"/>
              </a:spcBef>
              <a:spcAft>
                <a:spcPts val="0"/>
              </a:spcAft>
              <a:buSzPts val="1600"/>
              <a:buChar char="•"/>
            </a:pPr>
            <a:r>
              <a:rPr lang="en-US" sz="1600"/>
              <a:t>Finally, the new record is assigned to the category that wins the majority vote.</a:t>
            </a:r>
            <a:endParaRPr/>
          </a:p>
        </p:txBody>
      </p:sp>
      <p:sp>
        <p:nvSpPr>
          <p:cNvPr id="104" name="Google Shape;104;p5"/>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105" name="Google Shape;105;p5"/>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6"/>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r>
              <a:rPr lang="en-US"/>
              <a:t>BASICALLY …</a:t>
            </a:r>
            <a:endParaRPr/>
          </a:p>
        </p:txBody>
      </p:sp>
      <p:sp>
        <p:nvSpPr>
          <p:cNvPr id="111" name="Google Shape;111;p6"/>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112" name="Google Shape;112;p6"/>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6</a:t>
            </a:fld>
            <a:endParaRPr/>
          </a:p>
        </p:txBody>
      </p:sp>
      <p:sp>
        <p:nvSpPr>
          <p:cNvPr id="113" name="Google Shape;113;p6"/>
          <p:cNvSpPr txBox="1">
            <a:spLocks noGrp="1"/>
          </p:cNvSpPr>
          <p:nvPr>
            <p:ph type="body" idx="1"/>
          </p:nvPr>
        </p:nvSpPr>
        <p:spPr>
          <a:xfrm>
            <a:off x="3461657" y="906137"/>
            <a:ext cx="5624527" cy="2650611"/>
          </a:xfrm>
          <a:prstGeom prst="rect">
            <a:avLst/>
          </a:prstGeom>
          <a:noFill/>
          <a:ln>
            <a:noFill/>
          </a:ln>
        </p:spPr>
        <p:txBody>
          <a:bodyPr spcFirstLastPara="1" wrap="square" lIns="91425" tIns="45700" rIns="91425" bIns="45700" anchor="t" anchorCtr="0">
            <a:noAutofit/>
          </a:bodyPr>
          <a:lstStyle/>
          <a:p>
            <a:pPr marL="171450" lvl="0" indent="-171450" algn="l" rtl="0">
              <a:lnSpc>
                <a:spcPct val="100000"/>
              </a:lnSpc>
              <a:spcBef>
                <a:spcPts val="0"/>
              </a:spcBef>
              <a:spcAft>
                <a:spcPts val="0"/>
              </a:spcAft>
              <a:buSzPts val="1600"/>
              <a:buChar char="•"/>
            </a:pPr>
            <a:r>
              <a:rPr lang="en-US" sz="1600"/>
              <a:t>Random Forest – consists of multiple decision trees</a:t>
            </a:r>
            <a:endParaRPr/>
          </a:p>
          <a:p>
            <a:pPr marL="171450" lvl="0" indent="-171450" algn="l" rtl="0">
              <a:lnSpc>
                <a:spcPct val="100000"/>
              </a:lnSpc>
              <a:spcBef>
                <a:spcPts val="750"/>
              </a:spcBef>
              <a:spcAft>
                <a:spcPts val="0"/>
              </a:spcAft>
              <a:buSzPts val="1600"/>
              <a:buChar char="•"/>
            </a:pPr>
            <a:r>
              <a:rPr lang="en-US" sz="1600"/>
              <a:t>Build trees randomly – Data, Features</a:t>
            </a:r>
            <a:endParaRPr/>
          </a:p>
          <a:p>
            <a:pPr marL="171450" lvl="0" indent="-171450" algn="l" rtl="0">
              <a:lnSpc>
                <a:spcPct val="100000"/>
              </a:lnSpc>
              <a:spcBef>
                <a:spcPts val="750"/>
              </a:spcBef>
              <a:spcAft>
                <a:spcPts val="0"/>
              </a:spcAft>
              <a:buSzPts val="1600"/>
              <a:buChar char="•"/>
            </a:pPr>
            <a:r>
              <a:rPr lang="en-US" sz="1600">
                <a:highlight>
                  <a:srgbClr val="FFFF00"/>
                </a:highlight>
              </a:rPr>
              <a:t>2 steps</a:t>
            </a:r>
            <a:endParaRPr/>
          </a:p>
          <a:p>
            <a:pPr marL="342900" lvl="1" indent="-171450" algn="l" rtl="0">
              <a:lnSpc>
                <a:spcPct val="100000"/>
              </a:lnSpc>
              <a:spcBef>
                <a:spcPts val="750"/>
              </a:spcBef>
              <a:spcAft>
                <a:spcPts val="0"/>
              </a:spcAft>
              <a:buSzPts val="1600"/>
              <a:buChar char="•"/>
            </a:pPr>
            <a:r>
              <a:rPr lang="en-US" sz="1600" u="sng"/>
              <a:t>Step 1</a:t>
            </a:r>
            <a:r>
              <a:rPr lang="en-US" sz="1600"/>
              <a:t> - Pick data randomly with replacement (</a:t>
            </a:r>
            <a:r>
              <a:rPr lang="en-US" sz="1600">
                <a:solidFill>
                  <a:srgbClr val="0070C0"/>
                </a:solidFill>
              </a:rPr>
              <a:t>Bagging</a:t>
            </a:r>
            <a:r>
              <a:rPr lang="en-US" sz="1600"/>
              <a:t> or Bootstrap aggregation) for each tree</a:t>
            </a:r>
            <a:endParaRPr/>
          </a:p>
          <a:p>
            <a:pPr marL="514350" lvl="2" indent="-171450" algn="l" rtl="0">
              <a:lnSpc>
                <a:spcPct val="100000"/>
              </a:lnSpc>
              <a:spcBef>
                <a:spcPts val="0"/>
              </a:spcBef>
              <a:spcAft>
                <a:spcPts val="0"/>
              </a:spcAft>
              <a:buSzPts val="1600"/>
              <a:buChar char="•"/>
            </a:pPr>
            <a:r>
              <a:rPr lang="en-US" sz="1600"/>
              <a:t>Same data may be picked again</a:t>
            </a:r>
            <a:endParaRPr/>
          </a:p>
          <a:p>
            <a:pPr marL="514350" lvl="2" indent="-171450" algn="l" rtl="0">
              <a:lnSpc>
                <a:spcPct val="100000"/>
              </a:lnSpc>
              <a:spcBef>
                <a:spcPts val="0"/>
              </a:spcBef>
              <a:spcAft>
                <a:spcPts val="0"/>
              </a:spcAft>
              <a:buSzPts val="1600"/>
              <a:buChar char="•"/>
            </a:pPr>
            <a:r>
              <a:rPr lang="en-US" sz="1600"/>
              <a:t>Choosing N samples out of n samples</a:t>
            </a:r>
            <a:endParaRPr/>
          </a:p>
          <a:p>
            <a:pPr marL="514350" lvl="2" indent="-171450" algn="l" rtl="0">
              <a:lnSpc>
                <a:spcPct val="100000"/>
              </a:lnSpc>
              <a:spcBef>
                <a:spcPts val="0"/>
              </a:spcBef>
              <a:spcAft>
                <a:spcPts val="0"/>
              </a:spcAft>
              <a:buSzPts val="1600"/>
              <a:buChar char="•"/>
            </a:pPr>
            <a:r>
              <a:rPr lang="en-US" sz="1600"/>
              <a:t>Choose M features out of p variables</a:t>
            </a:r>
            <a:endParaRPr/>
          </a:p>
          <a:p>
            <a:pPr marL="514350" lvl="2" indent="-69850" algn="l" rtl="0">
              <a:lnSpc>
                <a:spcPct val="100000"/>
              </a:lnSpc>
              <a:spcBef>
                <a:spcPts val="0"/>
              </a:spcBef>
              <a:spcAft>
                <a:spcPts val="0"/>
              </a:spcAft>
              <a:buSzPts val="1600"/>
              <a:buNone/>
            </a:pPr>
            <a:endParaRPr sz="1600"/>
          </a:p>
          <a:p>
            <a:pPr marL="342900" lvl="1" indent="-171450" algn="l" rtl="0">
              <a:lnSpc>
                <a:spcPct val="100000"/>
              </a:lnSpc>
              <a:spcBef>
                <a:spcPts val="0"/>
              </a:spcBef>
              <a:spcAft>
                <a:spcPts val="0"/>
              </a:spcAft>
              <a:buSzPts val="1600"/>
              <a:buChar char="•"/>
            </a:pPr>
            <a:r>
              <a:rPr lang="en-US" sz="1600" u="sng"/>
              <a:t>Step 2</a:t>
            </a:r>
            <a:r>
              <a:rPr lang="en-US" sz="1600"/>
              <a:t> – Execute the estimators. idea of averaging</a:t>
            </a:r>
            <a:endParaRPr/>
          </a:p>
        </p:txBody>
      </p:sp>
      <p:sp>
        <p:nvSpPr>
          <p:cNvPr id="114" name="Google Shape;114;p6"/>
          <p:cNvSpPr/>
          <p:nvPr/>
        </p:nvSpPr>
        <p:spPr>
          <a:xfrm>
            <a:off x="425784" y="1260670"/>
            <a:ext cx="2942824" cy="461665"/>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200"/>
              <a:buFont typeface="Arial"/>
              <a:buChar char="•"/>
            </a:pPr>
            <a:r>
              <a:rPr lang="en-US" sz="1200">
                <a:solidFill>
                  <a:schemeClr val="dk1"/>
                </a:solidFill>
                <a:latin typeface="Gill Sans"/>
                <a:ea typeface="Gill Sans"/>
                <a:cs typeface="Gill Sans"/>
                <a:sym typeface="Gill Sans"/>
              </a:rPr>
              <a:t>10 split points</a:t>
            </a:r>
            <a:endParaRPr/>
          </a:p>
          <a:p>
            <a:pPr marL="285750" marR="0" lvl="0" indent="-285750" algn="l" rtl="0">
              <a:spcBef>
                <a:spcPts val="0"/>
              </a:spcBef>
              <a:spcAft>
                <a:spcPts val="0"/>
              </a:spcAft>
              <a:buClr>
                <a:schemeClr val="dk1"/>
              </a:buClr>
              <a:buSzPts val="1200"/>
              <a:buFont typeface="Arial"/>
              <a:buChar char="•"/>
            </a:pPr>
            <a:r>
              <a:rPr lang="en-US" sz="1200">
                <a:solidFill>
                  <a:schemeClr val="dk1"/>
                </a:solidFill>
                <a:latin typeface="Gill Sans"/>
                <a:ea typeface="Gill Sans"/>
                <a:cs typeface="Gill Sans"/>
                <a:sym typeface="Gill Sans"/>
              </a:rPr>
              <a:t>For each split, evaluate the IG or Gini</a:t>
            </a:r>
            <a:endParaRPr/>
          </a:p>
        </p:txBody>
      </p:sp>
      <p:sp>
        <p:nvSpPr>
          <p:cNvPr id="115" name="Google Shape;115;p6"/>
          <p:cNvSpPr/>
          <p:nvPr/>
        </p:nvSpPr>
        <p:spPr>
          <a:xfrm>
            <a:off x="120315" y="3984596"/>
            <a:ext cx="8714301"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chemeClr val="dk1"/>
                </a:solidFill>
                <a:latin typeface="Gill Sans"/>
                <a:ea typeface="Gill Sans"/>
                <a:cs typeface="Gill Sans"/>
                <a:sym typeface="Gill Sans"/>
              </a:rPr>
              <a:t>Random Forests algorithm is a classifier based on primarily 2 methods – </a:t>
            </a:r>
            <a:endParaRPr/>
          </a:p>
          <a:p>
            <a:pPr marL="285750" marR="0" lvl="0" indent="-285750" algn="l" rtl="0">
              <a:spcBef>
                <a:spcPts val="0"/>
              </a:spcBef>
              <a:spcAft>
                <a:spcPts val="0"/>
              </a:spcAft>
              <a:buClr>
                <a:srgbClr val="0070C0"/>
              </a:buClr>
              <a:buSzPts val="1600"/>
              <a:buFont typeface="Arial"/>
              <a:buChar char="•"/>
            </a:pPr>
            <a:r>
              <a:rPr lang="en-US" sz="1600">
                <a:solidFill>
                  <a:srgbClr val="0070C0"/>
                </a:solidFill>
                <a:latin typeface="Gill Sans"/>
                <a:ea typeface="Gill Sans"/>
                <a:cs typeface="Gill Sans"/>
                <a:sym typeface="Gill Sans"/>
              </a:rPr>
              <a:t>bagging</a:t>
            </a:r>
            <a:r>
              <a:rPr lang="en-US" sz="1600">
                <a:solidFill>
                  <a:schemeClr val="dk1"/>
                </a:solidFill>
                <a:latin typeface="Gill Sans"/>
                <a:ea typeface="Gill Sans"/>
                <a:cs typeface="Gill Sans"/>
                <a:sym typeface="Gill Sans"/>
              </a:rPr>
              <a:t> and </a:t>
            </a:r>
            <a:endParaRPr/>
          </a:p>
          <a:p>
            <a:pPr marL="285750" marR="0" lvl="0" indent="-285750" algn="l" rtl="0">
              <a:spcBef>
                <a:spcPts val="0"/>
              </a:spcBef>
              <a:spcAft>
                <a:spcPts val="0"/>
              </a:spcAft>
              <a:buClr>
                <a:srgbClr val="0070C0"/>
              </a:buClr>
              <a:buSzPts val="1600"/>
              <a:buFont typeface="Arial"/>
              <a:buChar char="•"/>
            </a:pPr>
            <a:r>
              <a:rPr lang="en-US" sz="1600">
                <a:solidFill>
                  <a:srgbClr val="0070C0"/>
                </a:solidFill>
                <a:latin typeface="Gill Sans"/>
                <a:ea typeface="Gill Sans"/>
                <a:cs typeface="Gill Sans"/>
                <a:sym typeface="Gill Sans"/>
              </a:rPr>
              <a:t>random subspace </a:t>
            </a:r>
            <a:r>
              <a:rPr lang="en-US" sz="1600">
                <a:solidFill>
                  <a:schemeClr val="dk1"/>
                </a:solidFill>
                <a:latin typeface="Gill Sans"/>
                <a:ea typeface="Gill Sans"/>
                <a:cs typeface="Gill Sans"/>
                <a:sym typeface="Gill Sans"/>
              </a:rPr>
              <a:t>method.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7"/>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r>
              <a:rPr lang="en-US"/>
              <a:t>BAGGING</a:t>
            </a:r>
            <a:endParaRPr/>
          </a:p>
        </p:txBody>
      </p:sp>
      <p:sp>
        <p:nvSpPr>
          <p:cNvPr id="121" name="Google Shape;121;p7"/>
          <p:cNvSpPr txBox="1">
            <a:spLocks noGrp="1"/>
          </p:cNvSpPr>
          <p:nvPr>
            <p:ph type="body" idx="1"/>
          </p:nvPr>
        </p:nvSpPr>
        <p:spPr>
          <a:xfrm>
            <a:off x="0" y="891539"/>
            <a:ext cx="9144000" cy="3971405"/>
          </a:xfrm>
          <a:prstGeom prst="rect">
            <a:avLst/>
          </a:prstGeom>
          <a:noFill/>
          <a:ln>
            <a:noFill/>
          </a:ln>
        </p:spPr>
        <p:txBody>
          <a:bodyPr spcFirstLastPara="1" wrap="square" lIns="91425" tIns="45700" rIns="91425" bIns="45700" anchor="t" anchorCtr="0">
            <a:normAutofit/>
          </a:bodyPr>
          <a:lstStyle/>
          <a:p>
            <a:pPr marL="171450" lvl="0" indent="-171450" algn="l" rtl="0">
              <a:lnSpc>
                <a:spcPct val="100000"/>
              </a:lnSpc>
              <a:spcBef>
                <a:spcPts val="0"/>
              </a:spcBef>
              <a:spcAft>
                <a:spcPts val="0"/>
              </a:spcAft>
              <a:buSzPts val="1600"/>
              <a:buChar char="•"/>
            </a:pPr>
            <a:r>
              <a:rPr lang="en-US" sz="1600" dirty="0"/>
              <a:t>training </a:t>
            </a:r>
            <a:r>
              <a:rPr lang="en-US" sz="1600" dirty="0">
                <a:highlight>
                  <a:srgbClr val="FFFF00"/>
                </a:highlight>
              </a:rPr>
              <a:t>data set </a:t>
            </a:r>
            <a:r>
              <a:rPr lang="en-US" sz="1600" dirty="0"/>
              <a:t>is represented by </a:t>
            </a:r>
            <a:r>
              <a:rPr lang="en-US" sz="1600" dirty="0">
                <a:solidFill>
                  <a:srgbClr val="0070C0"/>
                </a:solidFill>
              </a:rPr>
              <a:t>D</a:t>
            </a:r>
            <a:r>
              <a:rPr lang="en-US" sz="1600" dirty="0"/>
              <a:t> and suppose data set has </a:t>
            </a:r>
            <a:r>
              <a:rPr lang="en-US" sz="1600" dirty="0">
                <a:solidFill>
                  <a:srgbClr val="0070C0"/>
                </a:solidFill>
              </a:rPr>
              <a:t>M</a:t>
            </a:r>
            <a:r>
              <a:rPr lang="en-US" sz="1600" dirty="0"/>
              <a:t> features (or attributes or variables).</a:t>
            </a:r>
            <a:endParaRPr dirty="0"/>
          </a:p>
          <a:p>
            <a:pPr marL="171450" lvl="0" indent="-171450" algn="l" rtl="0">
              <a:lnSpc>
                <a:spcPct val="100000"/>
              </a:lnSpc>
              <a:spcBef>
                <a:spcPts val="750"/>
              </a:spcBef>
              <a:spcAft>
                <a:spcPts val="0"/>
              </a:spcAft>
              <a:buSzPts val="1600"/>
              <a:buChar char="•"/>
            </a:pPr>
            <a:r>
              <a:rPr lang="en-US" sz="1600" dirty="0">
                <a:solidFill>
                  <a:srgbClr val="0070C0"/>
                </a:solidFill>
              </a:rPr>
              <a:t>D</a:t>
            </a:r>
            <a:r>
              <a:rPr lang="en-US" sz="1600" dirty="0"/>
              <a:t> = {(X</a:t>
            </a:r>
            <a:r>
              <a:rPr lang="en-US" sz="1600" baseline="-25000" dirty="0"/>
              <a:t>1</a:t>
            </a:r>
            <a:r>
              <a:rPr lang="en-US" sz="1600" dirty="0"/>
              <a:t>, y</a:t>
            </a:r>
            <a:r>
              <a:rPr lang="en-US" sz="1600" baseline="-25000" dirty="0"/>
              <a:t>1</a:t>
            </a:r>
            <a:r>
              <a:rPr lang="en-US" sz="1600" dirty="0"/>
              <a:t>), (X</a:t>
            </a:r>
            <a:r>
              <a:rPr lang="en-US" sz="1600" baseline="-25000" dirty="0"/>
              <a:t>2</a:t>
            </a:r>
            <a:r>
              <a:rPr lang="en-US" sz="1600" dirty="0"/>
              <a:t>, y</a:t>
            </a:r>
            <a:r>
              <a:rPr lang="en-US" sz="1600" baseline="-25000" dirty="0"/>
              <a:t>2</a:t>
            </a:r>
            <a:r>
              <a:rPr lang="en-US" sz="1600" dirty="0"/>
              <a:t>), ... (</a:t>
            </a:r>
            <a:r>
              <a:rPr lang="en-US" sz="1600" dirty="0" err="1"/>
              <a:t>X</a:t>
            </a:r>
            <a:r>
              <a:rPr lang="en-US" sz="1600" baseline="-25000" dirty="0" err="1"/>
              <a:t>n</a:t>
            </a:r>
            <a:r>
              <a:rPr lang="en-US" sz="1600" dirty="0"/>
              <a:t>,  </a:t>
            </a:r>
            <a:r>
              <a:rPr lang="en-US" sz="1600" dirty="0" err="1"/>
              <a:t>y</a:t>
            </a:r>
            <a:r>
              <a:rPr lang="en-US" sz="1600" baseline="-25000" dirty="0" err="1"/>
              <a:t>n</a:t>
            </a:r>
            <a:r>
              <a:rPr lang="en-US" sz="1600" dirty="0"/>
              <a:t>)} </a:t>
            </a:r>
            <a:endParaRPr dirty="0"/>
          </a:p>
          <a:p>
            <a:pPr marL="171450" lvl="0" indent="-171450" algn="l" rtl="0">
              <a:lnSpc>
                <a:spcPct val="100000"/>
              </a:lnSpc>
              <a:spcBef>
                <a:spcPts val="750"/>
              </a:spcBef>
              <a:spcAft>
                <a:spcPts val="0"/>
              </a:spcAft>
              <a:buSzPts val="1600"/>
              <a:buChar char="•"/>
            </a:pPr>
            <a:r>
              <a:rPr lang="en-US" sz="1600" dirty="0"/>
              <a:t>X</a:t>
            </a:r>
            <a:r>
              <a:rPr lang="en-US" sz="1600" baseline="-25000" dirty="0"/>
              <a:t>i</a:t>
            </a:r>
            <a:r>
              <a:rPr lang="en-US" sz="1600" dirty="0"/>
              <a:t> is input vector {x</a:t>
            </a:r>
            <a:r>
              <a:rPr lang="en-US" sz="1600" baseline="-25000" dirty="0"/>
              <a:t>i1</a:t>
            </a:r>
            <a:r>
              <a:rPr lang="en-US" sz="1600" dirty="0"/>
              <a:t>, x</a:t>
            </a:r>
            <a:r>
              <a:rPr lang="en-US" sz="1600" baseline="-25000" dirty="0"/>
              <a:t>i2</a:t>
            </a:r>
            <a:r>
              <a:rPr lang="en-US" sz="1600" dirty="0"/>
              <a:t>, ... </a:t>
            </a:r>
            <a:r>
              <a:rPr lang="en-US" sz="1600" dirty="0" err="1"/>
              <a:t>x</a:t>
            </a:r>
            <a:r>
              <a:rPr lang="en-US" sz="1600" baseline="-25000" dirty="0" err="1"/>
              <a:t>iM</a:t>
            </a:r>
            <a:r>
              <a:rPr lang="en-US" sz="1600" dirty="0"/>
              <a:t>} and </a:t>
            </a:r>
            <a:r>
              <a:rPr lang="en-US" sz="1600" dirty="0" err="1"/>
              <a:t>y</a:t>
            </a:r>
            <a:r>
              <a:rPr lang="en-US" sz="1600" baseline="-25000" dirty="0" err="1"/>
              <a:t>i</a:t>
            </a:r>
            <a:r>
              <a:rPr lang="en-US" sz="1600" dirty="0"/>
              <a:t> is the label (or output or class). </a:t>
            </a:r>
            <a:endParaRPr dirty="0"/>
          </a:p>
          <a:p>
            <a:pPr marL="171450" lvl="0" indent="-171450" algn="l" rtl="0">
              <a:lnSpc>
                <a:spcPct val="100000"/>
              </a:lnSpc>
              <a:spcBef>
                <a:spcPts val="750"/>
              </a:spcBef>
              <a:spcAft>
                <a:spcPts val="0"/>
              </a:spcAft>
              <a:buSzPts val="1600"/>
              <a:buChar char="•"/>
            </a:pPr>
            <a:r>
              <a:rPr lang="en-US" sz="1600" dirty="0"/>
              <a:t>we decide to have </a:t>
            </a:r>
            <a:r>
              <a:rPr lang="en-US" sz="1600" dirty="0">
                <a:solidFill>
                  <a:srgbClr val="0070C0"/>
                </a:solidFill>
              </a:rPr>
              <a:t>T</a:t>
            </a:r>
            <a:r>
              <a:rPr lang="en-US" sz="1600" dirty="0"/>
              <a:t> number of trees in our forest</a:t>
            </a:r>
            <a:endParaRPr dirty="0"/>
          </a:p>
          <a:p>
            <a:pPr marL="171450" lvl="0" indent="-171450" algn="l" rtl="0">
              <a:lnSpc>
                <a:spcPct val="100000"/>
              </a:lnSpc>
              <a:spcBef>
                <a:spcPts val="750"/>
              </a:spcBef>
              <a:spcAft>
                <a:spcPts val="0"/>
              </a:spcAft>
              <a:buSzPts val="1600"/>
              <a:buChar char="•"/>
            </a:pPr>
            <a:r>
              <a:rPr lang="en-US" sz="1600" dirty="0"/>
              <a:t>Draw </a:t>
            </a:r>
            <a:r>
              <a:rPr lang="en-US" sz="1600" dirty="0">
                <a:solidFill>
                  <a:srgbClr val="0070C0"/>
                </a:solidFill>
              </a:rPr>
              <a:t>T,</a:t>
            </a:r>
            <a:r>
              <a:rPr lang="en-US" sz="1600" dirty="0"/>
              <a:t>  number of </a:t>
            </a:r>
            <a:r>
              <a:rPr lang="en-US" sz="1600" dirty="0">
                <a:solidFill>
                  <a:srgbClr val="0070C0"/>
                </a:solidFill>
              </a:rPr>
              <a:t>bootstrap</a:t>
            </a:r>
            <a:r>
              <a:rPr lang="en-US" sz="1600" dirty="0"/>
              <a:t> samples D</a:t>
            </a:r>
            <a:r>
              <a:rPr lang="en-US" sz="1600" baseline="30000" dirty="0"/>
              <a:t>1</a:t>
            </a:r>
            <a:r>
              <a:rPr lang="en-US" sz="1600" dirty="0"/>
              <a:t>, D</a:t>
            </a:r>
            <a:r>
              <a:rPr lang="en-US" sz="1600" baseline="30000" dirty="0"/>
              <a:t>2</a:t>
            </a:r>
            <a:r>
              <a:rPr lang="en-US" sz="1600" dirty="0"/>
              <a:t> …. , D</a:t>
            </a:r>
            <a:r>
              <a:rPr lang="en-US" sz="1600" baseline="30000" dirty="0"/>
              <a:t>T </a:t>
            </a:r>
            <a:r>
              <a:rPr lang="en-US" sz="1600" dirty="0"/>
              <a:t>from original data D</a:t>
            </a:r>
            <a:endParaRPr dirty="0"/>
          </a:p>
          <a:p>
            <a:pPr marL="171450" lvl="0" indent="-171450" algn="l" rtl="0">
              <a:lnSpc>
                <a:spcPct val="100000"/>
              </a:lnSpc>
              <a:spcBef>
                <a:spcPts val="750"/>
              </a:spcBef>
              <a:spcAft>
                <a:spcPts val="0"/>
              </a:spcAft>
              <a:buSzPts val="1600"/>
              <a:buChar char="•"/>
            </a:pPr>
            <a:r>
              <a:rPr lang="en-US" sz="1600" dirty="0"/>
              <a:t>datasets of "same size as original" created from random resampling of data in D </a:t>
            </a:r>
            <a:r>
              <a:rPr lang="en-US" sz="1600" dirty="0">
                <a:highlight>
                  <a:srgbClr val="FFFF00"/>
                </a:highlight>
              </a:rPr>
              <a:t>with-replacement</a:t>
            </a:r>
            <a:r>
              <a:rPr lang="en-US" sz="1600" dirty="0"/>
              <a:t> </a:t>
            </a:r>
            <a:endParaRPr dirty="0"/>
          </a:p>
          <a:p>
            <a:pPr marL="171450" lvl="0" indent="-171450" algn="l" rtl="0">
              <a:lnSpc>
                <a:spcPct val="100000"/>
              </a:lnSpc>
              <a:spcBef>
                <a:spcPts val="750"/>
              </a:spcBef>
              <a:spcAft>
                <a:spcPts val="0"/>
              </a:spcAft>
              <a:buSzPts val="1600"/>
              <a:buChar char="•"/>
            </a:pPr>
            <a:r>
              <a:rPr lang="en-US" sz="1600" dirty="0"/>
              <a:t>Each of these is called a </a:t>
            </a:r>
            <a:r>
              <a:rPr lang="en-US" sz="1600" dirty="0">
                <a:solidFill>
                  <a:srgbClr val="0070C0"/>
                </a:solidFill>
              </a:rPr>
              <a:t>bootstrap dataset</a:t>
            </a:r>
            <a:r>
              <a:rPr lang="en-US" sz="1600" dirty="0"/>
              <a:t>. Due to "with-replacement" every dataset D</a:t>
            </a:r>
            <a:r>
              <a:rPr lang="en-US" sz="1600" baseline="-25000" dirty="0"/>
              <a:t>i</a:t>
            </a:r>
            <a:r>
              <a:rPr lang="en-US" sz="1600" dirty="0"/>
              <a:t> can have </a:t>
            </a:r>
            <a:r>
              <a:rPr lang="en-US" sz="1600" dirty="0">
                <a:highlight>
                  <a:srgbClr val="FFFF00"/>
                </a:highlight>
              </a:rPr>
              <a:t>duplicate</a:t>
            </a:r>
            <a:r>
              <a:rPr lang="en-US" sz="1600" dirty="0"/>
              <a:t> data records and D</a:t>
            </a:r>
            <a:r>
              <a:rPr lang="en-US" sz="1600" baseline="-25000" dirty="0"/>
              <a:t>i</a:t>
            </a:r>
            <a:r>
              <a:rPr lang="en-US" sz="1600" dirty="0"/>
              <a:t> can be missing several data records from original datasets. </a:t>
            </a:r>
            <a:endParaRPr dirty="0"/>
          </a:p>
        </p:txBody>
      </p:sp>
      <p:sp>
        <p:nvSpPr>
          <p:cNvPr id="122" name="Google Shape;122;p7"/>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123" name="Google Shape;123;p7"/>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7</a:t>
            </a:fld>
            <a:endParaRPr/>
          </a:p>
        </p:txBody>
      </p:sp>
      <p:sp>
        <p:nvSpPr>
          <p:cNvPr id="124" name="Google Shape;124;p7"/>
          <p:cNvSpPr/>
          <p:nvPr/>
        </p:nvSpPr>
        <p:spPr>
          <a:xfrm>
            <a:off x="161132" y="3775556"/>
            <a:ext cx="4249503" cy="10772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i="1" dirty="0">
                <a:solidFill>
                  <a:srgbClr val="00B0F0"/>
                </a:solidFill>
                <a:latin typeface="Gill Sans"/>
                <a:ea typeface="Gill Sans"/>
                <a:cs typeface="Gill Sans"/>
                <a:sym typeface="Gill Sans"/>
              </a:rPr>
              <a:t>Training sample:             1, 2, 3</a:t>
            </a:r>
            <a:endParaRPr dirty="0"/>
          </a:p>
          <a:p>
            <a:pPr marL="0" marR="0" lvl="0" indent="0" algn="l" rtl="0">
              <a:spcBef>
                <a:spcPts val="0"/>
              </a:spcBef>
              <a:spcAft>
                <a:spcPts val="0"/>
              </a:spcAft>
              <a:buNone/>
            </a:pPr>
            <a:endParaRPr sz="1600" i="1" dirty="0">
              <a:solidFill>
                <a:srgbClr val="00B0F0"/>
              </a:solidFill>
              <a:latin typeface="Gill Sans"/>
              <a:ea typeface="Gill Sans"/>
              <a:cs typeface="Gill Sans"/>
              <a:sym typeface="Gill Sans"/>
            </a:endParaRPr>
          </a:p>
          <a:p>
            <a:pPr marL="0" marR="0" lvl="0" indent="0" algn="l" rtl="0">
              <a:spcBef>
                <a:spcPts val="0"/>
              </a:spcBef>
              <a:spcAft>
                <a:spcPts val="0"/>
              </a:spcAft>
              <a:buNone/>
            </a:pPr>
            <a:r>
              <a:rPr lang="en-US" sz="1600" i="1" dirty="0">
                <a:solidFill>
                  <a:srgbClr val="00B0F0"/>
                </a:solidFill>
                <a:latin typeface="Gill Sans"/>
                <a:ea typeface="Gill Sans"/>
                <a:cs typeface="Gill Sans"/>
                <a:sym typeface="Gill Sans"/>
              </a:rPr>
              <a:t>First bootstrap sample:    1, 1, 2</a:t>
            </a:r>
            <a:endParaRPr dirty="0"/>
          </a:p>
          <a:p>
            <a:pPr marL="0" marR="0" lvl="0" indent="0" algn="l" rtl="0">
              <a:spcBef>
                <a:spcPts val="0"/>
              </a:spcBef>
              <a:spcAft>
                <a:spcPts val="0"/>
              </a:spcAft>
              <a:buNone/>
            </a:pPr>
            <a:r>
              <a:rPr lang="en-US" sz="1600" i="1" dirty="0">
                <a:solidFill>
                  <a:srgbClr val="00B0F0"/>
                </a:solidFill>
                <a:latin typeface="Gill Sans"/>
                <a:ea typeface="Gill Sans"/>
                <a:cs typeface="Gill Sans"/>
                <a:sym typeface="Gill Sans"/>
              </a:rPr>
              <a:t>Second bootstrap sample: 2, 3, 3</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8"/>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r>
              <a:rPr lang="en-US"/>
              <a:t>RANDOM SUBSPACE METHOD. </a:t>
            </a:r>
            <a:endParaRPr/>
          </a:p>
        </p:txBody>
      </p:sp>
      <p:sp>
        <p:nvSpPr>
          <p:cNvPr id="130" name="Google Shape;130;p8"/>
          <p:cNvSpPr txBox="1">
            <a:spLocks noGrp="1"/>
          </p:cNvSpPr>
          <p:nvPr>
            <p:ph type="body" idx="1"/>
          </p:nvPr>
        </p:nvSpPr>
        <p:spPr>
          <a:xfrm>
            <a:off x="0" y="891539"/>
            <a:ext cx="9144000" cy="3971405"/>
          </a:xfrm>
          <a:prstGeom prst="rect">
            <a:avLst/>
          </a:prstGeom>
          <a:noFill/>
          <a:ln>
            <a:noFill/>
          </a:ln>
        </p:spPr>
        <p:txBody>
          <a:bodyPr spcFirstLastPara="1" wrap="square" lIns="91425" tIns="45700" rIns="91425" bIns="45700" anchor="t" anchorCtr="0">
            <a:normAutofit/>
          </a:bodyPr>
          <a:lstStyle/>
          <a:p>
            <a:pPr marL="171450" lvl="0" indent="-171450" algn="l" rtl="0">
              <a:lnSpc>
                <a:spcPct val="100000"/>
              </a:lnSpc>
              <a:spcBef>
                <a:spcPts val="0"/>
              </a:spcBef>
              <a:spcAft>
                <a:spcPts val="0"/>
              </a:spcAft>
              <a:buSzPts val="1600"/>
              <a:buChar char="•"/>
            </a:pPr>
            <a:r>
              <a:rPr lang="en-US" sz="1600">
                <a:solidFill>
                  <a:srgbClr val="0070C0"/>
                </a:solidFill>
              </a:rPr>
              <a:t>attribute bagging </a:t>
            </a:r>
            <a:r>
              <a:rPr lang="en-US" sz="1600"/>
              <a:t>or </a:t>
            </a:r>
            <a:r>
              <a:rPr lang="en-US" sz="1600">
                <a:solidFill>
                  <a:srgbClr val="0070C0"/>
                </a:solidFill>
              </a:rPr>
              <a:t>feature bagging</a:t>
            </a:r>
            <a:endParaRPr/>
          </a:p>
          <a:p>
            <a:pPr marL="171450" lvl="0" indent="-69850" algn="l" rtl="0">
              <a:lnSpc>
                <a:spcPct val="100000"/>
              </a:lnSpc>
              <a:spcBef>
                <a:spcPts val="750"/>
              </a:spcBef>
              <a:spcAft>
                <a:spcPts val="0"/>
              </a:spcAft>
              <a:buSzPts val="1600"/>
              <a:buNone/>
            </a:pPr>
            <a:endParaRPr sz="1600"/>
          </a:p>
          <a:p>
            <a:pPr marL="171450" lvl="0" indent="-171450" algn="l" rtl="0">
              <a:lnSpc>
                <a:spcPct val="100000"/>
              </a:lnSpc>
              <a:spcBef>
                <a:spcPts val="750"/>
              </a:spcBef>
              <a:spcAft>
                <a:spcPts val="0"/>
              </a:spcAft>
              <a:buSzPts val="1600"/>
              <a:buChar char="•"/>
            </a:pPr>
            <a:r>
              <a:rPr lang="en-US" sz="1600"/>
              <a:t>RF creates T trees and uses m (=sqrt(M) or = floor(ln</a:t>
            </a:r>
            <a:r>
              <a:rPr lang="en-US" sz="1600" baseline="30000"/>
              <a:t>M+1</a:t>
            </a:r>
            <a:r>
              <a:rPr lang="en-US" sz="1600"/>
              <a:t>)) </a:t>
            </a:r>
            <a:r>
              <a:rPr lang="en-US" sz="1600">
                <a:highlight>
                  <a:srgbClr val="FFFF00"/>
                </a:highlight>
              </a:rPr>
              <a:t>random sub features </a:t>
            </a:r>
            <a:r>
              <a:rPr lang="en-US" sz="1600"/>
              <a:t>out of M possible features to create any tree. </a:t>
            </a:r>
            <a:endParaRPr/>
          </a:p>
          <a:p>
            <a:pPr marL="171450" lvl="0" indent="-69850" algn="l" rtl="0">
              <a:lnSpc>
                <a:spcPct val="100000"/>
              </a:lnSpc>
              <a:spcBef>
                <a:spcPts val="750"/>
              </a:spcBef>
              <a:spcAft>
                <a:spcPts val="0"/>
              </a:spcAft>
              <a:buSzPts val="1600"/>
              <a:buNone/>
            </a:pPr>
            <a:endParaRPr sz="1600"/>
          </a:p>
          <a:p>
            <a:pPr marL="171450" lvl="0" indent="-171450" algn="l" rtl="0">
              <a:lnSpc>
                <a:spcPct val="100000"/>
              </a:lnSpc>
              <a:spcBef>
                <a:spcPts val="750"/>
              </a:spcBef>
              <a:spcAft>
                <a:spcPts val="0"/>
              </a:spcAft>
              <a:buSzPts val="1600"/>
              <a:buChar char="•"/>
            </a:pPr>
            <a:r>
              <a:rPr lang="en-US" sz="1600"/>
              <a:t>This is called </a:t>
            </a:r>
            <a:r>
              <a:rPr lang="en-US" sz="1600">
                <a:solidFill>
                  <a:srgbClr val="0070C0"/>
                </a:solidFill>
              </a:rPr>
              <a:t>random subspace method</a:t>
            </a:r>
            <a:r>
              <a:rPr lang="en-US" sz="1600"/>
              <a:t>.</a:t>
            </a:r>
            <a:endParaRPr/>
          </a:p>
        </p:txBody>
      </p:sp>
      <p:sp>
        <p:nvSpPr>
          <p:cNvPr id="131" name="Google Shape;131;p8"/>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132" name="Google Shape;132;p8"/>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9"/>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r>
              <a:rPr lang="en-US"/>
              <a:t>QUESTIONS</a:t>
            </a:r>
            <a:endParaRPr/>
          </a:p>
        </p:txBody>
      </p:sp>
      <p:sp>
        <p:nvSpPr>
          <p:cNvPr id="138" name="Google Shape;138;p9"/>
          <p:cNvSpPr txBox="1">
            <a:spLocks noGrp="1"/>
          </p:cNvSpPr>
          <p:nvPr>
            <p:ph type="body" idx="1"/>
          </p:nvPr>
        </p:nvSpPr>
        <p:spPr>
          <a:xfrm>
            <a:off x="0" y="891539"/>
            <a:ext cx="9144000" cy="3971405"/>
          </a:xfrm>
          <a:prstGeom prst="rect">
            <a:avLst/>
          </a:prstGeom>
          <a:noFill/>
          <a:ln>
            <a:noFill/>
          </a:ln>
        </p:spPr>
        <p:txBody>
          <a:bodyPr spcFirstLastPara="1" wrap="square" lIns="91425" tIns="45700" rIns="91425" bIns="45700" anchor="t" anchorCtr="0">
            <a:normAutofit/>
          </a:bodyPr>
          <a:lstStyle/>
          <a:p>
            <a:pPr marL="171450" lvl="0" indent="-171450" algn="l" rtl="0">
              <a:lnSpc>
                <a:spcPct val="100000"/>
              </a:lnSpc>
              <a:spcBef>
                <a:spcPts val="0"/>
              </a:spcBef>
              <a:spcAft>
                <a:spcPts val="0"/>
              </a:spcAft>
              <a:buSzPts val="1600"/>
              <a:buChar char="•"/>
            </a:pPr>
            <a:r>
              <a:rPr lang="en-US" sz="1600" b="1"/>
              <a:t>How can we combine, Decision functions for regression?</a:t>
            </a:r>
            <a:endParaRPr/>
          </a:p>
          <a:p>
            <a:pPr marL="171450" lvl="0" indent="-171450" algn="l" rtl="0">
              <a:lnSpc>
                <a:spcPct val="100000"/>
              </a:lnSpc>
              <a:spcBef>
                <a:spcPts val="750"/>
              </a:spcBef>
              <a:spcAft>
                <a:spcPts val="0"/>
              </a:spcAft>
              <a:buSzPts val="1600"/>
              <a:buChar char="•"/>
            </a:pPr>
            <a:r>
              <a:rPr lang="en-US" sz="1600"/>
              <a:t>Binary class predictions, Binary probability predictions, Multi-class predictions</a:t>
            </a:r>
            <a:endParaRPr/>
          </a:p>
          <a:p>
            <a:pPr marL="171450" lvl="0" indent="-69850" algn="l" rtl="0">
              <a:lnSpc>
                <a:spcPct val="100000"/>
              </a:lnSpc>
              <a:spcBef>
                <a:spcPts val="750"/>
              </a:spcBef>
              <a:spcAft>
                <a:spcPts val="0"/>
              </a:spcAft>
              <a:buSzPts val="1600"/>
              <a:buNone/>
            </a:pPr>
            <a:endParaRPr sz="1600"/>
          </a:p>
          <a:p>
            <a:pPr marL="171450" lvl="0" indent="-171450" algn="l" rtl="0">
              <a:lnSpc>
                <a:spcPct val="100000"/>
              </a:lnSpc>
              <a:spcBef>
                <a:spcPts val="750"/>
              </a:spcBef>
              <a:spcAft>
                <a:spcPts val="0"/>
              </a:spcAft>
              <a:buSzPts val="1600"/>
              <a:buChar char="•"/>
            </a:pPr>
            <a:r>
              <a:rPr lang="en-US" sz="1600"/>
              <a:t>Let f1, f2, …, fB   be the decision functions for each set</a:t>
            </a:r>
            <a:endParaRPr/>
          </a:p>
          <a:p>
            <a:pPr marL="171450" lvl="0" indent="-171450" algn="l" rtl="0">
              <a:lnSpc>
                <a:spcPct val="100000"/>
              </a:lnSpc>
              <a:spcBef>
                <a:spcPts val="750"/>
              </a:spcBef>
              <a:spcAft>
                <a:spcPts val="0"/>
              </a:spcAft>
              <a:buSzPts val="1600"/>
              <a:buChar char="•"/>
            </a:pPr>
            <a:r>
              <a:rPr lang="en-US" sz="1600"/>
              <a:t>the bagged decision function is a combination of these:</a:t>
            </a:r>
            <a:endParaRPr/>
          </a:p>
          <a:p>
            <a:pPr marL="171450" lvl="0" indent="-171450" algn="l" rtl="0">
              <a:lnSpc>
                <a:spcPct val="100000"/>
              </a:lnSpc>
              <a:spcBef>
                <a:spcPts val="750"/>
              </a:spcBef>
              <a:spcAft>
                <a:spcPts val="0"/>
              </a:spcAft>
              <a:buSzPts val="1600"/>
              <a:buChar char="•"/>
            </a:pPr>
            <a:r>
              <a:rPr lang="en-US" sz="1600"/>
              <a:t>	favg(x) = combine(f1(x), f2(x), …. , fB(x))</a:t>
            </a:r>
            <a:endParaRPr/>
          </a:p>
          <a:p>
            <a:pPr marL="171450" lvl="0" indent="-69850" algn="l" rtl="0">
              <a:lnSpc>
                <a:spcPct val="100000"/>
              </a:lnSpc>
              <a:spcBef>
                <a:spcPts val="750"/>
              </a:spcBef>
              <a:spcAft>
                <a:spcPts val="0"/>
              </a:spcAft>
              <a:buSzPts val="1600"/>
              <a:buNone/>
            </a:pPr>
            <a:endParaRPr sz="1600"/>
          </a:p>
          <a:p>
            <a:pPr marL="171450" lvl="0" indent="-171450" algn="l" rtl="0">
              <a:lnSpc>
                <a:spcPct val="100000"/>
              </a:lnSpc>
              <a:spcBef>
                <a:spcPts val="750"/>
              </a:spcBef>
              <a:spcAft>
                <a:spcPts val="0"/>
              </a:spcAft>
              <a:buSzPts val="1600"/>
              <a:buChar char="•"/>
            </a:pPr>
            <a:r>
              <a:rPr lang="en-US" sz="1600"/>
              <a:t>to classify some input data D = {x1, x2, ..., xM} , let it pass through each tree and produce T outputs (one for each tree) which can be denoted by Y = {y</a:t>
            </a:r>
            <a:r>
              <a:rPr lang="en-US" sz="1600" baseline="-25000"/>
              <a:t>1</a:t>
            </a:r>
            <a:r>
              <a:rPr lang="en-US" sz="1600"/>
              <a:t>, y</a:t>
            </a:r>
            <a:r>
              <a:rPr lang="en-US" sz="1600" baseline="-25000"/>
              <a:t>2</a:t>
            </a:r>
            <a:r>
              <a:rPr lang="en-US" sz="1600"/>
              <a:t>, ..., y</a:t>
            </a:r>
            <a:r>
              <a:rPr lang="en-US" sz="1600" baseline="-25000"/>
              <a:t>T</a:t>
            </a:r>
            <a:r>
              <a:rPr lang="en-US" sz="1600"/>
              <a:t>}. </a:t>
            </a:r>
            <a:endParaRPr/>
          </a:p>
          <a:p>
            <a:pPr marL="171450" lvl="0" indent="-171450" algn="l" rtl="0">
              <a:lnSpc>
                <a:spcPct val="100000"/>
              </a:lnSpc>
              <a:spcBef>
                <a:spcPts val="750"/>
              </a:spcBef>
              <a:spcAft>
                <a:spcPts val="0"/>
              </a:spcAft>
              <a:buSzPts val="1600"/>
              <a:buChar char="•"/>
            </a:pPr>
            <a:r>
              <a:rPr lang="en-US" sz="1600"/>
              <a:t>Final prediction is a majority vote on this set. </a:t>
            </a:r>
            <a:endParaRPr/>
          </a:p>
          <a:p>
            <a:pPr marL="171450" lvl="0" indent="-69850" algn="l" rtl="0">
              <a:lnSpc>
                <a:spcPct val="100000"/>
              </a:lnSpc>
              <a:spcBef>
                <a:spcPts val="750"/>
              </a:spcBef>
              <a:spcAft>
                <a:spcPts val="0"/>
              </a:spcAft>
              <a:buSzPts val="1600"/>
              <a:buNone/>
            </a:pPr>
            <a:endParaRPr sz="1600"/>
          </a:p>
          <a:p>
            <a:pPr marL="171450" lvl="0" indent="-69850" algn="l" rtl="0">
              <a:lnSpc>
                <a:spcPct val="100000"/>
              </a:lnSpc>
              <a:spcBef>
                <a:spcPts val="750"/>
              </a:spcBef>
              <a:spcAft>
                <a:spcPts val="0"/>
              </a:spcAft>
              <a:buSzPts val="1600"/>
              <a:buNone/>
            </a:pPr>
            <a:endParaRPr sz="1600"/>
          </a:p>
        </p:txBody>
      </p:sp>
      <p:sp>
        <p:nvSpPr>
          <p:cNvPr id="139" name="Google Shape;139;p9"/>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140" name="Google Shape;140;p9"/>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0"/>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r>
              <a:rPr lang="en-US"/>
              <a:t>SO ..</a:t>
            </a:r>
            <a:endParaRPr/>
          </a:p>
        </p:txBody>
      </p:sp>
      <p:sp>
        <p:nvSpPr>
          <p:cNvPr id="146" name="Google Shape;146;p10"/>
          <p:cNvSpPr txBox="1">
            <a:spLocks noGrp="1"/>
          </p:cNvSpPr>
          <p:nvPr>
            <p:ph type="body" idx="1"/>
          </p:nvPr>
        </p:nvSpPr>
        <p:spPr>
          <a:xfrm>
            <a:off x="0" y="891539"/>
            <a:ext cx="9144000" cy="3971405"/>
          </a:xfrm>
          <a:prstGeom prst="rect">
            <a:avLst/>
          </a:prstGeom>
          <a:noFill/>
          <a:ln>
            <a:noFill/>
          </a:ln>
        </p:spPr>
        <p:txBody>
          <a:bodyPr spcFirstLastPara="1" wrap="square" lIns="91425" tIns="45700" rIns="91425" bIns="45700" anchor="t" anchorCtr="0">
            <a:normAutofit/>
          </a:bodyPr>
          <a:lstStyle/>
          <a:p>
            <a:pPr marL="171450" lvl="0" indent="-171450" algn="l" rtl="0">
              <a:lnSpc>
                <a:spcPct val="100000"/>
              </a:lnSpc>
              <a:spcBef>
                <a:spcPts val="0"/>
              </a:spcBef>
              <a:spcAft>
                <a:spcPts val="0"/>
              </a:spcAft>
              <a:buSzPts val="1300"/>
              <a:buChar char="•"/>
            </a:pPr>
            <a:r>
              <a:rPr lang="en-US"/>
              <a:t>Decisions are made at each tree (at the leaf node by default, or it can be made at an intermediate level as well)</a:t>
            </a:r>
            <a:endParaRPr/>
          </a:p>
          <a:p>
            <a:pPr marL="171450" lvl="0" indent="-171450" algn="l" rtl="0">
              <a:lnSpc>
                <a:spcPct val="100000"/>
              </a:lnSpc>
              <a:spcBef>
                <a:spcPts val="750"/>
              </a:spcBef>
              <a:spcAft>
                <a:spcPts val="0"/>
              </a:spcAft>
              <a:buSzPts val="1300"/>
              <a:buChar char="•"/>
            </a:pPr>
            <a:r>
              <a:rPr lang="en-US"/>
              <a:t>Averaging of decisions</a:t>
            </a:r>
            <a:endParaRPr/>
          </a:p>
          <a:p>
            <a:pPr marL="171450" lvl="0" indent="-85725" algn="l" rtl="0">
              <a:lnSpc>
                <a:spcPct val="100000"/>
              </a:lnSpc>
              <a:spcBef>
                <a:spcPts val="750"/>
              </a:spcBef>
              <a:spcAft>
                <a:spcPts val="0"/>
              </a:spcAft>
              <a:buSzPts val="1350"/>
              <a:buNone/>
            </a:pPr>
            <a:endParaRPr/>
          </a:p>
          <a:p>
            <a:pPr marL="171450" lvl="0" indent="-171450" algn="l" rtl="0">
              <a:lnSpc>
                <a:spcPct val="100000"/>
              </a:lnSpc>
              <a:spcBef>
                <a:spcPts val="750"/>
              </a:spcBef>
              <a:spcAft>
                <a:spcPts val="0"/>
              </a:spcAft>
              <a:buSzPts val="1300"/>
              <a:buChar char="•"/>
            </a:pPr>
            <a:r>
              <a:rPr lang="en-US"/>
              <a:t>Each tree gets to see subset of data and features. </a:t>
            </a:r>
            <a:endParaRPr/>
          </a:p>
          <a:p>
            <a:pPr marL="171450" lvl="0" indent="-171450" algn="l" rtl="0">
              <a:lnSpc>
                <a:spcPct val="100000"/>
              </a:lnSpc>
              <a:spcBef>
                <a:spcPts val="750"/>
              </a:spcBef>
              <a:spcAft>
                <a:spcPts val="0"/>
              </a:spcAft>
              <a:buSzPts val="1300"/>
              <a:buChar char="•"/>
            </a:pPr>
            <a:r>
              <a:rPr lang="en-US"/>
              <a:t>Each tree gives different result. </a:t>
            </a:r>
            <a:endParaRPr/>
          </a:p>
          <a:p>
            <a:pPr marL="171450" lvl="0" indent="-171450" algn="l" rtl="0">
              <a:lnSpc>
                <a:spcPct val="100000"/>
              </a:lnSpc>
              <a:spcBef>
                <a:spcPts val="750"/>
              </a:spcBef>
              <a:spcAft>
                <a:spcPts val="0"/>
              </a:spcAft>
              <a:buSzPts val="1300"/>
              <a:buChar char="•"/>
            </a:pPr>
            <a:r>
              <a:rPr lang="en-US"/>
              <a:t>Hence there is very possibility of </a:t>
            </a:r>
            <a:r>
              <a:rPr lang="en-US">
                <a:solidFill>
                  <a:srgbClr val="0070C0"/>
                </a:solidFill>
              </a:rPr>
              <a:t>HIGH VARIANCE </a:t>
            </a:r>
            <a:r>
              <a:rPr lang="en-US"/>
              <a:t>model. So how is it that RF is considered the most favored model? </a:t>
            </a:r>
            <a:endParaRPr/>
          </a:p>
          <a:p>
            <a:pPr marL="171450" lvl="0" indent="-85725" algn="l" rtl="0">
              <a:lnSpc>
                <a:spcPct val="100000"/>
              </a:lnSpc>
              <a:spcBef>
                <a:spcPts val="750"/>
              </a:spcBef>
              <a:spcAft>
                <a:spcPts val="0"/>
              </a:spcAft>
              <a:buSzPts val="1350"/>
              <a:buNone/>
            </a:pPr>
            <a:endParaRPr/>
          </a:p>
          <a:p>
            <a:pPr marL="171450" lvl="0" indent="-171450" algn="l" rtl="0">
              <a:lnSpc>
                <a:spcPct val="100000"/>
              </a:lnSpc>
              <a:spcBef>
                <a:spcPts val="750"/>
              </a:spcBef>
              <a:spcAft>
                <a:spcPts val="0"/>
              </a:spcAft>
              <a:buSzPts val="1300"/>
              <a:buChar char="•"/>
            </a:pPr>
            <a:r>
              <a:rPr lang="en-US"/>
              <a:t>The idea is that each tree is random and hence their outcomes will vary.  </a:t>
            </a:r>
            <a:endParaRPr/>
          </a:p>
          <a:p>
            <a:pPr marL="171450" lvl="0" indent="-171450" algn="l" rtl="0">
              <a:lnSpc>
                <a:spcPct val="100000"/>
              </a:lnSpc>
              <a:spcBef>
                <a:spcPts val="750"/>
              </a:spcBef>
              <a:spcAft>
                <a:spcPts val="0"/>
              </a:spcAft>
              <a:buSzPts val="1300"/>
              <a:buChar char="•"/>
            </a:pPr>
            <a:r>
              <a:rPr lang="en-US"/>
              <a:t>The assumption is that the </a:t>
            </a:r>
            <a:r>
              <a:rPr lang="en-US">
                <a:highlight>
                  <a:srgbClr val="FFFF00"/>
                </a:highlight>
              </a:rPr>
              <a:t>variables aren’t corelated</a:t>
            </a:r>
            <a:r>
              <a:rPr lang="en-US"/>
              <a:t>, hence their decisions will be random</a:t>
            </a:r>
            <a:endParaRPr/>
          </a:p>
          <a:p>
            <a:pPr marL="171450" lvl="0" indent="-171450" algn="l" rtl="0">
              <a:lnSpc>
                <a:spcPct val="100000"/>
              </a:lnSpc>
              <a:spcBef>
                <a:spcPts val="750"/>
              </a:spcBef>
              <a:spcAft>
                <a:spcPts val="0"/>
              </a:spcAft>
              <a:buSzPts val="1300"/>
              <a:buChar char="•"/>
            </a:pPr>
            <a:r>
              <a:rPr lang="en-US"/>
              <a:t>And the averaging of decisions will lead to better performance of the mode.</a:t>
            </a:r>
            <a:endParaRPr/>
          </a:p>
          <a:p>
            <a:pPr marL="171450" lvl="0" indent="-85725" algn="l" rtl="0">
              <a:lnSpc>
                <a:spcPct val="100000"/>
              </a:lnSpc>
              <a:spcBef>
                <a:spcPts val="750"/>
              </a:spcBef>
              <a:spcAft>
                <a:spcPts val="0"/>
              </a:spcAft>
              <a:buSzPts val="1350"/>
              <a:buNone/>
            </a:pPr>
            <a:endParaRPr/>
          </a:p>
          <a:p>
            <a:pPr marL="171450" lvl="0" indent="-171450" algn="l" rtl="0">
              <a:lnSpc>
                <a:spcPct val="100000"/>
              </a:lnSpc>
              <a:spcBef>
                <a:spcPts val="750"/>
              </a:spcBef>
              <a:spcAft>
                <a:spcPts val="0"/>
              </a:spcAft>
              <a:buSzPts val="1300"/>
              <a:buChar char="•"/>
            </a:pPr>
            <a:r>
              <a:rPr lang="en-US"/>
              <a:t>If the variables are co-related then RF will not help much</a:t>
            </a:r>
            <a:endParaRPr/>
          </a:p>
          <a:p>
            <a:pPr marL="171450" lvl="0" indent="-85725" algn="l" rtl="0">
              <a:lnSpc>
                <a:spcPct val="100000"/>
              </a:lnSpc>
              <a:spcBef>
                <a:spcPts val="750"/>
              </a:spcBef>
              <a:spcAft>
                <a:spcPts val="0"/>
              </a:spcAft>
              <a:buSzPts val="1350"/>
              <a:buNone/>
            </a:pPr>
            <a:endParaRPr/>
          </a:p>
          <a:p>
            <a:pPr marL="171450" lvl="0" indent="-85725" algn="l" rtl="0">
              <a:lnSpc>
                <a:spcPct val="100000"/>
              </a:lnSpc>
              <a:spcBef>
                <a:spcPts val="750"/>
              </a:spcBef>
              <a:spcAft>
                <a:spcPts val="0"/>
              </a:spcAft>
              <a:buSzPts val="1350"/>
              <a:buNone/>
            </a:pPr>
            <a:endParaRPr/>
          </a:p>
        </p:txBody>
      </p:sp>
      <p:sp>
        <p:nvSpPr>
          <p:cNvPr id="147" name="Google Shape;147;p10"/>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148" name="Google Shape;148;p10"/>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1"/>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r>
              <a:rPr lang="en-US"/>
              <a:t>OUT-OF-BAG</a:t>
            </a:r>
            <a:endParaRPr/>
          </a:p>
        </p:txBody>
      </p:sp>
      <p:sp>
        <p:nvSpPr>
          <p:cNvPr id="154" name="Google Shape;154;p11"/>
          <p:cNvSpPr txBox="1">
            <a:spLocks noGrp="1"/>
          </p:cNvSpPr>
          <p:nvPr>
            <p:ph type="body" idx="1"/>
          </p:nvPr>
        </p:nvSpPr>
        <p:spPr>
          <a:xfrm>
            <a:off x="0" y="891539"/>
            <a:ext cx="9144000" cy="3971405"/>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SzPts val="1600"/>
              <a:buAutoNum type="arabicPeriod"/>
            </a:pPr>
            <a:r>
              <a:rPr lang="en-US" sz="1600">
                <a:solidFill>
                  <a:srgbClr val="0070C0"/>
                </a:solidFill>
              </a:rPr>
              <a:t>D</a:t>
            </a:r>
            <a:r>
              <a:rPr lang="en-US" sz="1600"/>
              <a:t> dataset,  </a:t>
            </a:r>
            <a:r>
              <a:rPr lang="en-US" sz="1600">
                <a:solidFill>
                  <a:srgbClr val="0070C0"/>
                </a:solidFill>
              </a:rPr>
              <a:t>T</a:t>
            </a:r>
            <a:r>
              <a:rPr lang="en-US" sz="1600"/>
              <a:t> trees, </a:t>
            </a:r>
            <a:endParaRPr/>
          </a:p>
          <a:p>
            <a:pPr marL="342900" lvl="0" indent="-342900" algn="l" rtl="0">
              <a:lnSpc>
                <a:spcPct val="100000"/>
              </a:lnSpc>
              <a:spcBef>
                <a:spcPts val="750"/>
              </a:spcBef>
              <a:spcAft>
                <a:spcPts val="0"/>
              </a:spcAft>
              <a:buSzPts val="1600"/>
              <a:buFont typeface="Gill Sans"/>
              <a:buAutoNum type="arabicPeriod"/>
            </a:pPr>
            <a:r>
              <a:rPr lang="en-US" sz="1600">
                <a:highlight>
                  <a:srgbClr val="FFFF00"/>
                </a:highlight>
              </a:rPr>
              <a:t>for each (X</a:t>
            </a:r>
            <a:r>
              <a:rPr lang="en-US" sz="1600" baseline="-25000">
                <a:highlight>
                  <a:srgbClr val="FFFF00"/>
                </a:highlight>
              </a:rPr>
              <a:t>i</a:t>
            </a:r>
            <a:r>
              <a:rPr lang="en-US" sz="1600">
                <a:highlight>
                  <a:srgbClr val="FFFF00"/>
                </a:highlight>
              </a:rPr>
              <a:t>, y</a:t>
            </a:r>
            <a:r>
              <a:rPr lang="en-US" sz="1600" baseline="-25000">
                <a:highlight>
                  <a:srgbClr val="FFFF00"/>
                </a:highlight>
              </a:rPr>
              <a:t>i</a:t>
            </a:r>
            <a:r>
              <a:rPr lang="en-US" sz="1600">
                <a:highlight>
                  <a:srgbClr val="FFFF00"/>
                </a:highlight>
              </a:rPr>
              <a:t>) </a:t>
            </a:r>
            <a:r>
              <a:rPr lang="en-US" sz="1600"/>
              <a:t>in the original training set i.e. D,  select all </a:t>
            </a:r>
            <a:r>
              <a:rPr lang="en-US" sz="1600">
                <a:solidFill>
                  <a:srgbClr val="0070C0"/>
                </a:solidFill>
              </a:rPr>
              <a:t>D</a:t>
            </a:r>
            <a:r>
              <a:rPr lang="en-US" sz="1600" baseline="-25000">
                <a:solidFill>
                  <a:srgbClr val="0070C0"/>
                </a:solidFill>
              </a:rPr>
              <a:t>k</a:t>
            </a:r>
            <a:r>
              <a:rPr lang="en-US" sz="1600"/>
              <a:t> which </a:t>
            </a:r>
            <a:r>
              <a:rPr lang="en-US" sz="1600">
                <a:highlight>
                  <a:srgbClr val="FFFF00"/>
                </a:highlight>
              </a:rPr>
              <a:t>does not include </a:t>
            </a:r>
            <a:r>
              <a:rPr lang="en-US" sz="1600"/>
              <a:t>(</a:t>
            </a:r>
            <a:r>
              <a:rPr lang="en-US" sz="1550">
                <a:solidFill>
                  <a:srgbClr val="262626"/>
                </a:solidFill>
              </a:rPr>
              <a:t>X</a:t>
            </a:r>
            <a:r>
              <a:rPr lang="en-US" sz="1550" baseline="-25000">
                <a:solidFill>
                  <a:srgbClr val="262626"/>
                </a:solidFill>
              </a:rPr>
              <a:t>i</a:t>
            </a:r>
            <a:r>
              <a:rPr lang="en-US" sz="1550">
                <a:solidFill>
                  <a:srgbClr val="262626"/>
                </a:solidFill>
              </a:rPr>
              <a:t>, y</a:t>
            </a:r>
            <a:r>
              <a:rPr lang="en-US" sz="1550" baseline="-25000">
                <a:solidFill>
                  <a:srgbClr val="262626"/>
                </a:solidFill>
              </a:rPr>
              <a:t>i</a:t>
            </a:r>
            <a:r>
              <a:rPr lang="en-US" sz="1600"/>
              <a:t>). </a:t>
            </a:r>
            <a:endParaRPr/>
          </a:p>
          <a:p>
            <a:pPr marL="342900" lvl="0" indent="-342900" algn="l" rtl="0">
              <a:lnSpc>
                <a:spcPct val="100000"/>
              </a:lnSpc>
              <a:spcBef>
                <a:spcPts val="750"/>
              </a:spcBef>
              <a:spcAft>
                <a:spcPts val="0"/>
              </a:spcAft>
              <a:buSzPts val="1600"/>
              <a:buFont typeface="Gill Sans"/>
              <a:buAutoNum type="arabicPeriod"/>
            </a:pPr>
            <a:r>
              <a:rPr lang="en-US" sz="1600"/>
              <a:t>The set of bootstrap datasets which do not contain THE particular record from the original dataset. </a:t>
            </a:r>
            <a:r>
              <a:rPr lang="en-US" sz="1600">
                <a:highlight>
                  <a:srgbClr val="FFFF00"/>
                </a:highlight>
              </a:rPr>
              <a:t>This</a:t>
            </a:r>
            <a:r>
              <a:rPr lang="en-US" sz="1600"/>
              <a:t> is called </a:t>
            </a:r>
            <a:r>
              <a:rPr lang="en-US" sz="1600">
                <a:solidFill>
                  <a:srgbClr val="00B0F0"/>
                </a:solidFill>
              </a:rPr>
              <a:t>out-of-bag</a:t>
            </a:r>
            <a:r>
              <a:rPr lang="en-US" sz="1600"/>
              <a:t> example. </a:t>
            </a:r>
            <a:endParaRPr/>
          </a:p>
          <a:p>
            <a:pPr marL="342900" lvl="0" indent="-342900" algn="l" rtl="0">
              <a:lnSpc>
                <a:spcPct val="100000"/>
              </a:lnSpc>
              <a:spcBef>
                <a:spcPts val="750"/>
              </a:spcBef>
              <a:spcAft>
                <a:spcPts val="0"/>
              </a:spcAft>
              <a:buSzPts val="1600"/>
              <a:buFont typeface="Gill Sans"/>
              <a:buAutoNum type="arabicPeriod"/>
            </a:pPr>
            <a:r>
              <a:rPr lang="en-US" sz="1600"/>
              <a:t>There are </a:t>
            </a:r>
            <a:r>
              <a:rPr lang="en-US" sz="1600">
                <a:highlight>
                  <a:srgbClr val="FFFF00"/>
                </a:highlight>
              </a:rPr>
              <a:t>n such subsets </a:t>
            </a:r>
            <a:r>
              <a:rPr lang="en-US" sz="1600"/>
              <a:t>(1 for each data record in original dataset </a:t>
            </a:r>
            <a:r>
              <a:rPr lang="en-US" sz="1600">
                <a:solidFill>
                  <a:srgbClr val="00B0F0"/>
                </a:solidFill>
              </a:rPr>
              <a:t>D</a:t>
            </a:r>
            <a:r>
              <a:rPr lang="en-US" sz="1600"/>
              <a:t>). </a:t>
            </a:r>
            <a:endParaRPr/>
          </a:p>
          <a:p>
            <a:pPr marL="342900" lvl="0" indent="-342900" algn="l" rtl="0">
              <a:lnSpc>
                <a:spcPct val="100000"/>
              </a:lnSpc>
              <a:spcBef>
                <a:spcPts val="750"/>
              </a:spcBef>
              <a:spcAft>
                <a:spcPts val="0"/>
              </a:spcAft>
              <a:buSzPts val="1600"/>
              <a:buFont typeface="Gill Sans"/>
              <a:buAutoNum type="arabicPeriod"/>
            </a:pPr>
            <a:r>
              <a:rPr lang="en-US" sz="1600"/>
              <a:t>OOB classifier is the aggregation of votes </a:t>
            </a:r>
            <a:r>
              <a:rPr lang="en-US" sz="1600">
                <a:highlight>
                  <a:srgbClr val="FFFF00"/>
                </a:highlight>
              </a:rPr>
              <a:t>ONLY over Tk </a:t>
            </a:r>
            <a:r>
              <a:rPr lang="en-US" sz="1600"/>
              <a:t>such that it does not contain (xi, yi). </a:t>
            </a:r>
            <a:endParaRPr/>
          </a:p>
          <a:p>
            <a:pPr marL="342900" lvl="0" indent="-342900" algn="l" rtl="0">
              <a:lnSpc>
                <a:spcPct val="100000"/>
              </a:lnSpc>
              <a:spcBef>
                <a:spcPts val="750"/>
              </a:spcBef>
              <a:spcAft>
                <a:spcPts val="0"/>
              </a:spcAft>
              <a:buSzPts val="1600"/>
              <a:buAutoNum type="arabicPeriod"/>
            </a:pPr>
            <a:r>
              <a:rPr lang="en-US" sz="1600"/>
              <a:t>Out-of-bag estimate for the generalization error is the error rate of the out-of-bag classifier on the training set (compare it with known yi's).</a:t>
            </a:r>
            <a:endParaRPr/>
          </a:p>
          <a:p>
            <a:pPr marL="342900" lvl="0" indent="-342900" algn="l" rtl="0">
              <a:lnSpc>
                <a:spcPct val="100000"/>
              </a:lnSpc>
              <a:spcBef>
                <a:spcPts val="750"/>
              </a:spcBef>
              <a:spcAft>
                <a:spcPts val="0"/>
              </a:spcAft>
              <a:buSzPts val="1600"/>
              <a:buAutoNum type="arabicPeriod"/>
            </a:pPr>
            <a:r>
              <a:rPr lang="en-US" sz="1600"/>
              <a:t>63% and 37% …</a:t>
            </a:r>
            <a:endParaRPr/>
          </a:p>
          <a:p>
            <a:pPr marL="342900" lvl="0" indent="-241300" algn="l" rtl="0">
              <a:lnSpc>
                <a:spcPct val="100000"/>
              </a:lnSpc>
              <a:spcBef>
                <a:spcPts val="750"/>
              </a:spcBef>
              <a:spcAft>
                <a:spcPts val="0"/>
              </a:spcAft>
              <a:buSzPts val="1600"/>
              <a:buNone/>
            </a:pPr>
            <a:endParaRPr sz="1600"/>
          </a:p>
        </p:txBody>
      </p:sp>
      <p:sp>
        <p:nvSpPr>
          <p:cNvPr id="155" name="Google Shape;155;p11"/>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156" name="Google Shape;156;p11"/>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2"/>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r>
              <a:rPr lang="en-US"/>
              <a:t>OUT-OF-BAG</a:t>
            </a:r>
            <a:endParaRPr/>
          </a:p>
        </p:txBody>
      </p:sp>
      <p:sp>
        <p:nvSpPr>
          <p:cNvPr id="162" name="Google Shape;162;p12"/>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163" name="Google Shape;163;p12"/>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12</a:t>
            </a:fld>
            <a:endParaRPr/>
          </a:p>
        </p:txBody>
      </p:sp>
      <p:grpSp>
        <p:nvGrpSpPr>
          <p:cNvPr id="164" name="Google Shape;164;p12"/>
          <p:cNvGrpSpPr/>
          <p:nvPr/>
        </p:nvGrpSpPr>
        <p:grpSpPr>
          <a:xfrm>
            <a:off x="25791" y="1108225"/>
            <a:ext cx="4561046" cy="3343031"/>
            <a:chOff x="110198" y="1078446"/>
            <a:chExt cx="4561046" cy="3343031"/>
          </a:xfrm>
        </p:grpSpPr>
        <p:pic>
          <p:nvPicPr>
            <p:cNvPr id="165" name="Google Shape;165;p12"/>
            <p:cNvPicPr preferRelativeResize="0"/>
            <p:nvPr/>
          </p:nvPicPr>
          <p:blipFill rotWithShape="1">
            <a:blip r:embed="rId3">
              <a:alphaModFix/>
            </a:blip>
            <a:srcRect/>
            <a:stretch/>
          </p:blipFill>
          <p:spPr>
            <a:xfrm>
              <a:off x="2251383" y="2477958"/>
              <a:ext cx="883683" cy="543805"/>
            </a:xfrm>
            <a:prstGeom prst="rect">
              <a:avLst/>
            </a:prstGeom>
            <a:noFill/>
            <a:ln>
              <a:noFill/>
            </a:ln>
          </p:spPr>
        </p:pic>
        <p:pic>
          <p:nvPicPr>
            <p:cNvPr id="166" name="Google Shape;166;p12"/>
            <p:cNvPicPr preferRelativeResize="0"/>
            <p:nvPr/>
          </p:nvPicPr>
          <p:blipFill rotWithShape="1">
            <a:blip r:embed="rId3">
              <a:alphaModFix/>
            </a:blip>
            <a:srcRect/>
            <a:stretch/>
          </p:blipFill>
          <p:spPr>
            <a:xfrm>
              <a:off x="2251383" y="3850041"/>
              <a:ext cx="883683" cy="543805"/>
            </a:xfrm>
            <a:prstGeom prst="rect">
              <a:avLst/>
            </a:prstGeom>
            <a:noFill/>
            <a:ln>
              <a:noFill/>
            </a:ln>
          </p:spPr>
        </p:pic>
        <p:pic>
          <p:nvPicPr>
            <p:cNvPr id="167" name="Google Shape;167;p12"/>
            <p:cNvPicPr preferRelativeResize="0"/>
            <p:nvPr/>
          </p:nvPicPr>
          <p:blipFill rotWithShape="1">
            <a:blip r:embed="rId3">
              <a:alphaModFix/>
            </a:blip>
            <a:srcRect/>
            <a:stretch/>
          </p:blipFill>
          <p:spPr>
            <a:xfrm>
              <a:off x="2251383" y="1105875"/>
              <a:ext cx="883683" cy="543805"/>
            </a:xfrm>
            <a:prstGeom prst="rect">
              <a:avLst/>
            </a:prstGeom>
            <a:noFill/>
            <a:ln>
              <a:noFill/>
            </a:ln>
          </p:spPr>
        </p:pic>
        <p:pic>
          <p:nvPicPr>
            <p:cNvPr id="168" name="Google Shape;168;p12"/>
            <p:cNvPicPr preferRelativeResize="0"/>
            <p:nvPr/>
          </p:nvPicPr>
          <p:blipFill rotWithShape="1">
            <a:blip r:embed="rId3">
              <a:alphaModFix/>
            </a:blip>
            <a:srcRect/>
            <a:stretch/>
          </p:blipFill>
          <p:spPr>
            <a:xfrm>
              <a:off x="2251383" y="1791916"/>
              <a:ext cx="883683" cy="543805"/>
            </a:xfrm>
            <a:prstGeom prst="rect">
              <a:avLst/>
            </a:prstGeom>
            <a:noFill/>
            <a:ln>
              <a:noFill/>
            </a:ln>
          </p:spPr>
        </p:pic>
        <p:sp>
          <p:nvSpPr>
            <p:cNvPr id="169" name="Google Shape;169;p12"/>
            <p:cNvSpPr txBox="1"/>
            <p:nvPr/>
          </p:nvSpPr>
          <p:spPr>
            <a:xfrm>
              <a:off x="1191004" y="3205619"/>
              <a:ext cx="537863"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Gill Sans"/>
                  <a:ea typeface="Gill Sans"/>
                  <a:cs typeface="Gill Sans"/>
                  <a:sym typeface="Gill Sans"/>
                </a:rPr>
                <a:t>…</a:t>
              </a:r>
              <a:endParaRPr/>
            </a:p>
          </p:txBody>
        </p:sp>
        <p:pic>
          <p:nvPicPr>
            <p:cNvPr id="170" name="Google Shape;170;p12"/>
            <p:cNvPicPr preferRelativeResize="0"/>
            <p:nvPr/>
          </p:nvPicPr>
          <p:blipFill rotWithShape="1">
            <a:blip r:embed="rId4">
              <a:alphaModFix/>
            </a:blip>
            <a:srcRect/>
            <a:stretch/>
          </p:blipFill>
          <p:spPr>
            <a:xfrm>
              <a:off x="110198" y="2477958"/>
              <a:ext cx="627458" cy="627458"/>
            </a:xfrm>
            <a:prstGeom prst="rect">
              <a:avLst/>
            </a:prstGeom>
            <a:noFill/>
            <a:ln>
              <a:noFill/>
            </a:ln>
          </p:spPr>
        </p:pic>
        <p:sp>
          <p:nvSpPr>
            <p:cNvPr id="171" name="Google Shape;171;p12"/>
            <p:cNvSpPr txBox="1"/>
            <p:nvPr/>
          </p:nvSpPr>
          <p:spPr>
            <a:xfrm>
              <a:off x="254367" y="2606069"/>
              <a:ext cx="483289" cy="3712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D</a:t>
              </a:r>
              <a:endParaRPr/>
            </a:p>
          </p:txBody>
        </p:sp>
        <p:pic>
          <p:nvPicPr>
            <p:cNvPr id="172" name="Google Shape;172;p12"/>
            <p:cNvPicPr preferRelativeResize="0"/>
            <p:nvPr/>
          </p:nvPicPr>
          <p:blipFill rotWithShape="1">
            <a:blip r:embed="rId4">
              <a:alphaModFix/>
            </a:blip>
            <a:srcRect/>
            <a:stretch/>
          </p:blipFill>
          <p:spPr>
            <a:xfrm>
              <a:off x="1074564" y="1098042"/>
              <a:ext cx="559473" cy="559473"/>
            </a:xfrm>
            <a:prstGeom prst="rect">
              <a:avLst/>
            </a:prstGeom>
            <a:noFill/>
            <a:ln>
              <a:noFill/>
            </a:ln>
          </p:spPr>
        </p:pic>
        <p:pic>
          <p:nvPicPr>
            <p:cNvPr id="173" name="Google Shape;173;p12"/>
            <p:cNvPicPr preferRelativeResize="0"/>
            <p:nvPr/>
          </p:nvPicPr>
          <p:blipFill rotWithShape="1">
            <a:blip r:embed="rId4">
              <a:alphaModFix/>
            </a:blip>
            <a:srcRect/>
            <a:stretch/>
          </p:blipFill>
          <p:spPr>
            <a:xfrm>
              <a:off x="1074564" y="1764548"/>
              <a:ext cx="559473" cy="559473"/>
            </a:xfrm>
            <a:prstGeom prst="rect">
              <a:avLst/>
            </a:prstGeom>
            <a:noFill/>
            <a:ln>
              <a:noFill/>
            </a:ln>
          </p:spPr>
        </p:pic>
        <p:pic>
          <p:nvPicPr>
            <p:cNvPr id="174" name="Google Shape;174;p12"/>
            <p:cNvPicPr preferRelativeResize="0"/>
            <p:nvPr/>
          </p:nvPicPr>
          <p:blipFill rotWithShape="1">
            <a:blip r:embed="rId4">
              <a:alphaModFix/>
            </a:blip>
            <a:srcRect/>
            <a:stretch/>
          </p:blipFill>
          <p:spPr>
            <a:xfrm>
              <a:off x="1074564" y="2457157"/>
              <a:ext cx="559473" cy="559473"/>
            </a:xfrm>
            <a:prstGeom prst="rect">
              <a:avLst/>
            </a:prstGeom>
            <a:noFill/>
            <a:ln>
              <a:noFill/>
            </a:ln>
          </p:spPr>
        </p:pic>
        <p:pic>
          <p:nvPicPr>
            <p:cNvPr id="175" name="Google Shape;175;p12"/>
            <p:cNvPicPr preferRelativeResize="0"/>
            <p:nvPr/>
          </p:nvPicPr>
          <p:blipFill rotWithShape="1">
            <a:blip r:embed="rId4">
              <a:alphaModFix/>
            </a:blip>
            <a:srcRect/>
            <a:stretch/>
          </p:blipFill>
          <p:spPr>
            <a:xfrm>
              <a:off x="1074564" y="3862004"/>
              <a:ext cx="559473" cy="559473"/>
            </a:xfrm>
            <a:prstGeom prst="rect">
              <a:avLst/>
            </a:prstGeom>
            <a:noFill/>
            <a:ln>
              <a:noFill/>
            </a:ln>
          </p:spPr>
        </p:pic>
        <p:sp>
          <p:nvSpPr>
            <p:cNvPr id="176" name="Google Shape;176;p12"/>
            <p:cNvSpPr txBox="1"/>
            <p:nvPr/>
          </p:nvSpPr>
          <p:spPr>
            <a:xfrm>
              <a:off x="1176025" y="1182397"/>
              <a:ext cx="483289"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Gill Sans"/>
                  <a:ea typeface="Gill Sans"/>
                  <a:cs typeface="Gill Sans"/>
                  <a:sym typeface="Gill Sans"/>
                </a:rPr>
                <a:t>D1</a:t>
              </a:r>
              <a:endParaRPr/>
            </a:p>
          </p:txBody>
        </p:sp>
        <p:sp>
          <p:nvSpPr>
            <p:cNvPr id="177" name="Google Shape;177;p12"/>
            <p:cNvSpPr txBox="1"/>
            <p:nvPr/>
          </p:nvSpPr>
          <p:spPr>
            <a:xfrm>
              <a:off x="1176025" y="1879396"/>
              <a:ext cx="483289"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Gill Sans"/>
                  <a:ea typeface="Gill Sans"/>
                  <a:cs typeface="Gill Sans"/>
                  <a:sym typeface="Gill Sans"/>
                </a:rPr>
                <a:t>D2</a:t>
              </a:r>
              <a:endParaRPr/>
            </a:p>
          </p:txBody>
        </p:sp>
        <p:sp>
          <p:nvSpPr>
            <p:cNvPr id="178" name="Google Shape;178;p12"/>
            <p:cNvSpPr txBox="1"/>
            <p:nvPr/>
          </p:nvSpPr>
          <p:spPr>
            <a:xfrm>
              <a:off x="1174932" y="2571633"/>
              <a:ext cx="483289"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Gill Sans"/>
                  <a:ea typeface="Gill Sans"/>
                  <a:cs typeface="Gill Sans"/>
                  <a:sym typeface="Gill Sans"/>
                </a:rPr>
                <a:t>D3</a:t>
              </a:r>
              <a:endParaRPr/>
            </a:p>
          </p:txBody>
        </p:sp>
        <p:sp>
          <p:nvSpPr>
            <p:cNvPr id="179" name="Google Shape;179;p12"/>
            <p:cNvSpPr txBox="1"/>
            <p:nvPr/>
          </p:nvSpPr>
          <p:spPr>
            <a:xfrm>
              <a:off x="1174931" y="4003240"/>
              <a:ext cx="483289"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Gill Sans"/>
                  <a:ea typeface="Gill Sans"/>
                  <a:cs typeface="Gill Sans"/>
                  <a:sym typeface="Gill Sans"/>
                </a:rPr>
                <a:t>D25</a:t>
              </a:r>
              <a:endParaRPr/>
            </a:p>
          </p:txBody>
        </p:sp>
        <p:cxnSp>
          <p:nvCxnSpPr>
            <p:cNvPr id="180" name="Google Shape;180;p12"/>
            <p:cNvCxnSpPr/>
            <p:nvPr/>
          </p:nvCxnSpPr>
          <p:spPr>
            <a:xfrm flipH="1">
              <a:off x="791455" y="1088355"/>
              <a:ext cx="25563" cy="3305491"/>
            </a:xfrm>
            <a:prstGeom prst="straightConnector1">
              <a:avLst/>
            </a:prstGeom>
            <a:noFill/>
            <a:ln w="31750" cap="flat" cmpd="sng">
              <a:solidFill>
                <a:schemeClr val="dk1"/>
              </a:solidFill>
              <a:prstDash val="solid"/>
              <a:round/>
              <a:headEnd type="none" w="sm" len="sm"/>
              <a:tailEnd type="none" w="sm" len="sm"/>
            </a:ln>
          </p:spPr>
        </p:cxnSp>
        <p:cxnSp>
          <p:nvCxnSpPr>
            <p:cNvPr id="181" name="Google Shape;181;p12"/>
            <p:cNvCxnSpPr/>
            <p:nvPr/>
          </p:nvCxnSpPr>
          <p:spPr>
            <a:xfrm>
              <a:off x="817019" y="1383723"/>
              <a:ext cx="283109" cy="2"/>
            </a:xfrm>
            <a:prstGeom prst="straightConnector1">
              <a:avLst/>
            </a:prstGeom>
            <a:noFill/>
            <a:ln w="9525" cap="flat" cmpd="sng">
              <a:solidFill>
                <a:schemeClr val="accent1"/>
              </a:solidFill>
              <a:prstDash val="solid"/>
              <a:round/>
              <a:headEnd type="none" w="sm" len="sm"/>
              <a:tailEnd type="triangle" w="med" len="med"/>
            </a:ln>
          </p:spPr>
        </p:cxnSp>
        <p:cxnSp>
          <p:nvCxnSpPr>
            <p:cNvPr id="182" name="Google Shape;182;p12"/>
            <p:cNvCxnSpPr/>
            <p:nvPr/>
          </p:nvCxnSpPr>
          <p:spPr>
            <a:xfrm>
              <a:off x="817018" y="2063816"/>
              <a:ext cx="283109" cy="2"/>
            </a:xfrm>
            <a:prstGeom prst="straightConnector1">
              <a:avLst/>
            </a:prstGeom>
            <a:noFill/>
            <a:ln w="9525" cap="flat" cmpd="sng">
              <a:solidFill>
                <a:schemeClr val="accent1"/>
              </a:solidFill>
              <a:prstDash val="solid"/>
              <a:round/>
              <a:headEnd type="none" w="sm" len="sm"/>
              <a:tailEnd type="triangle" w="med" len="med"/>
            </a:ln>
          </p:spPr>
        </p:cxnSp>
        <p:cxnSp>
          <p:nvCxnSpPr>
            <p:cNvPr id="183" name="Google Shape;183;p12"/>
            <p:cNvCxnSpPr/>
            <p:nvPr/>
          </p:nvCxnSpPr>
          <p:spPr>
            <a:xfrm>
              <a:off x="823502" y="2744801"/>
              <a:ext cx="283109" cy="2"/>
            </a:xfrm>
            <a:prstGeom prst="straightConnector1">
              <a:avLst/>
            </a:prstGeom>
            <a:noFill/>
            <a:ln w="9525" cap="flat" cmpd="sng">
              <a:solidFill>
                <a:schemeClr val="accent1"/>
              </a:solidFill>
              <a:prstDash val="solid"/>
              <a:round/>
              <a:headEnd type="none" w="sm" len="sm"/>
              <a:tailEnd type="triangle" w="med" len="med"/>
            </a:ln>
          </p:spPr>
        </p:cxnSp>
        <p:cxnSp>
          <p:nvCxnSpPr>
            <p:cNvPr id="184" name="Google Shape;184;p12"/>
            <p:cNvCxnSpPr/>
            <p:nvPr/>
          </p:nvCxnSpPr>
          <p:spPr>
            <a:xfrm rot="10800000" flipH="1">
              <a:off x="1728977" y="1368621"/>
              <a:ext cx="637705" cy="9156"/>
            </a:xfrm>
            <a:prstGeom prst="straightConnector1">
              <a:avLst/>
            </a:prstGeom>
            <a:noFill/>
            <a:ln w="9525" cap="flat" cmpd="sng">
              <a:solidFill>
                <a:schemeClr val="accent1"/>
              </a:solidFill>
              <a:prstDash val="solid"/>
              <a:round/>
              <a:headEnd type="none" w="sm" len="sm"/>
              <a:tailEnd type="triangle" w="med" len="med"/>
            </a:ln>
          </p:spPr>
        </p:cxnSp>
        <p:cxnSp>
          <p:nvCxnSpPr>
            <p:cNvPr id="185" name="Google Shape;185;p12"/>
            <p:cNvCxnSpPr/>
            <p:nvPr/>
          </p:nvCxnSpPr>
          <p:spPr>
            <a:xfrm>
              <a:off x="823501" y="4143981"/>
              <a:ext cx="283109" cy="2"/>
            </a:xfrm>
            <a:prstGeom prst="straightConnector1">
              <a:avLst/>
            </a:prstGeom>
            <a:noFill/>
            <a:ln w="9525" cap="flat" cmpd="sng">
              <a:solidFill>
                <a:schemeClr val="accent1"/>
              </a:solidFill>
              <a:prstDash val="solid"/>
              <a:round/>
              <a:headEnd type="none" w="sm" len="sm"/>
              <a:tailEnd type="triangle" w="med" len="med"/>
            </a:ln>
          </p:spPr>
        </p:cxnSp>
        <p:cxnSp>
          <p:nvCxnSpPr>
            <p:cNvPr id="186" name="Google Shape;186;p12"/>
            <p:cNvCxnSpPr/>
            <p:nvPr/>
          </p:nvCxnSpPr>
          <p:spPr>
            <a:xfrm rot="10800000" flipH="1">
              <a:off x="1735498" y="2050085"/>
              <a:ext cx="637705" cy="9156"/>
            </a:xfrm>
            <a:prstGeom prst="straightConnector1">
              <a:avLst/>
            </a:prstGeom>
            <a:noFill/>
            <a:ln w="9525" cap="flat" cmpd="sng">
              <a:solidFill>
                <a:schemeClr val="accent1"/>
              </a:solidFill>
              <a:prstDash val="solid"/>
              <a:round/>
              <a:headEnd type="none" w="sm" len="sm"/>
              <a:tailEnd type="triangle" w="med" len="med"/>
            </a:ln>
          </p:spPr>
        </p:cxnSp>
        <p:cxnSp>
          <p:nvCxnSpPr>
            <p:cNvPr id="187" name="Google Shape;187;p12"/>
            <p:cNvCxnSpPr/>
            <p:nvPr/>
          </p:nvCxnSpPr>
          <p:spPr>
            <a:xfrm rot="10800000" flipH="1">
              <a:off x="1758589" y="2744801"/>
              <a:ext cx="637705" cy="9156"/>
            </a:xfrm>
            <a:prstGeom prst="straightConnector1">
              <a:avLst/>
            </a:prstGeom>
            <a:noFill/>
            <a:ln w="9525" cap="flat" cmpd="sng">
              <a:solidFill>
                <a:schemeClr val="accent1"/>
              </a:solidFill>
              <a:prstDash val="solid"/>
              <a:round/>
              <a:headEnd type="none" w="sm" len="sm"/>
              <a:tailEnd type="triangle" w="med" len="med"/>
            </a:ln>
          </p:spPr>
        </p:cxnSp>
        <p:cxnSp>
          <p:nvCxnSpPr>
            <p:cNvPr id="188" name="Google Shape;188;p12"/>
            <p:cNvCxnSpPr/>
            <p:nvPr/>
          </p:nvCxnSpPr>
          <p:spPr>
            <a:xfrm rot="10800000" flipH="1">
              <a:off x="1721609" y="4112787"/>
              <a:ext cx="637705" cy="9156"/>
            </a:xfrm>
            <a:prstGeom prst="straightConnector1">
              <a:avLst/>
            </a:prstGeom>
            <a:noFill/>
            <a:ln w="9525" cap="flat" cmpd="sng">
              <a:solidFill>
                <a:schemeClr val="accent1"/>
              </a:solidFill>
              <a:prstDash val="solid"/>
              <a:round/>
              <a:headEnd type="none" w="sm" len="sm"/>
              <a:tailEnd type="triangle" w="med" len="med"/>
            </a:ln>
          </p:spPr>
        </p:cxnSp>
        <p:sp>
          <p:nvSpPr>
            <p:cNvPr id="189" name="Google Shape;189;p12"/>
            <p:cNvSpPr txBox="1"/>
            <p:nvPr/>
          </p:nvSpPr>
          <p:spPr>
            <a:xfrm>
              <a:off x="2475462" y="1234699"/>
              <a:ext cx="483289"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Gill Sans"/>
                  <a:ea typeface="Gill Sans"/>
                  <a:cs typeface="Gill Sans"/>
                  <a:sym typeface="Gill Sans"/>
                </a:rPr>
                <a:t>T1</a:t>
              </a:r>
              <a:endParaRPr/>
            </a:p>
          </p:txBody>
        </p:sp>
        <p:sp>
          <p:nvSpPr>
            <p:cNvPr id="190" name="Google Shape;190;p12"/>
            <p:cNvSpPr txBox="1"/>
            <p:nvPr/>
          </p:nvSpPr>
          <p:spPr>
            <a:xfrm>
              <a:off x="2473171" y="1920741"/>
              <a:ext cx="483289"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Gill Sans"/>
                  <a:ea typeface="Gill Sans"/>
                  <a:cs typeface="Gill Sans"/>
                  <a:sym typeface="Gill Sans"/>
                </a:rPr>
                <a:t>T2</a:t>
              </a:r>
              <a:endParaRPr/>
            </a:p>
          </p:txBody>
        </p:sp>
        <p:sp>
          <p:nvSpPr>
            <p:cNvPr id="191" name="Google Shape;191;p12"/>
            <p:cNvSpPr txBox="1"/>
            <p:nvPr/>
          </p:nvSpPr>
          <p:spPr>
            <a:xfrm>
              <a:off x="2472078" y="2612978"/>
              <a:ext cx="483289"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Gill Sans"/>
                  <a:ea typeface="Gill Sans"/>
                  <a:cs typeface="Gill Sans"/>
                  <a:sym typeface="Gill Sans"/>
                </a:rPr>
                <a:t>T3</a:t>
              </a:r>
              <a:endParaRPr/>
            </a:p>
          </p:txBody>
        </p:sp>
        <p:sp>
          <p:nvSpPr>
            <p:cNvPr id="192" name="Google Shape;192;p12"/>
            <p:cNvSpPr txBox="1"/>
            <p:nvPr/>
          </p:nvSpPr>
          <p:spPr>
            <a:xfrm>
              <a:off x="2472078" y="3987958"/>
              <a:ext cx="483289"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Gill Sans"/>
                  <a:ea typeface="Gill Sans"/>
                  <a:cs typeface="Gill Sans"/>
                  <a:sym typeface="Gill Sans"/>
                </a:rPr>
                <a:t>T25</a:t>
              </a:r>
              <a:endParaRPr/>
            </a:p>
          </p:txBody>
        </p:sp>
        <p:pic>
          <p:nvPicPr>
            <p:cNvPr id="193" name="Google Shape;193;p12"/>
            <p:cNvPicPr preferRelativeResize="0"/>
            <p:nvPr/>
          </p:nvPicPr>
          <p:blipFill rotWithShape="1">
            <a:blip r:embed="rId5">
              <a:alphaModFix/>
            </a:blip>
            <a:srcRect/>
            <a:stretch/>
          </p:blipFill>
          <p:spPr>
            <a:xfrm>
              <a:off x="3485261" y="1078446"/>
              <a:ext cx="534301" cy="571234"/>
            </a:xfrm>
            <a:prstGeom prst="rect">
              <a:avLst/>
            </a:prstGeom>
            <a:noFill/>
            <a:ln>
              <a:noFill/>
            </a:ln>
          </p:spPr>
        </p:pic>
        <p:pic>
          <p:nvPicPr>
            <p:cNvPr id="194" name="Google Shape;194;p12"/>
            <p:cNvPicPr preferRelativeResize="0"/>
            <p:nvPr/>
          </p:nvPicPr>
          <p:blipFill rotWithShape="1">
            <a:blip r:embed="rId5">
              <a:alphaModFix/>
            </a:blip>
            <a:srcRect/>
            <a:stretch/>
          </p:blipFill>
          <p:spPr>
            <a:xfrm>
              <a:off x="3541305" y="1747062"/>
              <a:ext cx="534301" cy="571234"/>
            </a:xfrm>
            <a:prstGeom prst="rect">
              <a:avLst/>
            </a:prstGeom>
            <a:noFill/>
            <a:ln>
              <a:noFill/>
            </a:ln>
          </p:spPr>
        </p:pic>
        <p:pic>
          <p:nvPicPr>
            <p:cNvPr id="195" name="Google Shape;195;p12"/>
            <p:cNvPicPr preferRelativeResize="0"/>
            <p:nvPr/>
          </p:nvPicPr>
          <p:blipFill rotWithShape="1">
            <a:blip r:embed="rId5">
              <a:alphaModFix/>
            </a:blip>
            <a:srcRect/>
            <a:stretch/>
          </p:blipFill>
          <p:spPr>
            <a:xfrm>
              <a:off x="3556571" y="2445396"/>
              <a:ext cx="534301" cy="571234"/>
            </a:xfrm>
            <a:prstGeom prst="rect">
              <a:avLst/>
            </a:prstGeom>
            <a:noFill/>
            <a:ln>
              <a:noFill/>
            </a:ln>
          </p:spPr>
        </p:pic>
        <p:pic>
          <p:nvPicPr>
            <p:cNvPr id="196" name="Google Shape;196;p12"/>
            <p:cNvPicPr preferRelativeResize="0"/>
            <p:nvPr/>
          </p:nvPicPr>
          <p:blipFill rotWithShape="1">
            <a:blip r:embed="rId5">
              <a:alphaModFix/>
            </a:blip>
            <a:srcRect/>
            <a:stretch/>
          </p:blipFill>
          <p:spPr>
            <a:xfrm>
              <a:off x="3552090" y="3801772"/>
              <a:ext cx="534301" cy="571234"/>
            </a:xfrm>
            <a:prstGeom prst="rect">
              <a:avLst/>
            </a:prstGeom>
            <a:noFill/>
            <a:ln>
              <a:noFill/>
            </a:ln>
          </p:spPr>
        </p:pic>
        <p:pic>
          <p:nvPicPr>
            <p:cNvPr id="197" name="Google Shape;197;p12"/>
            <p:cNvPicPr preferRelativeResize="0"/>
            <p:nvPr/>
          </p:nvPicPr>
          <p:blipFill rotWithShape="1">
            <a:blip r:embed="rId5">
              <a:alphaModFix/>
            </a:blip>
            <a:srcRect/>
            <a:stretch/>
          </p:blipFill>
          <p:spPr>
            <a:xfrm>
              <a:off x="3485261" y="1088355"/>
              <a:ext cx="534301" cy="571234"/>
            </a:xfrm>
            <a:prstGeom prst="rect">
              <a:avLst/>
            </a:prstGeom>
            <a:noFill/>
            <a:ln>
              <a:noFill/>
            </a:ln>
          </p:spPr>
        </p:pic>
        <p:pic>
          <p:nvPicPr>
            <p:cNvPr id="198" name="Google Shape;198;p12"/>
            <p:cNvPicPr preferRelativeResize="0"/>
            <p:nvPr/>
          </p:nvPicPr>
          <p:blipFill rotWithShape="1">
            <a:blip r:embed="rId5">
              <a:alphaModFix/>
            </a:blip>
            <a:srcRect/>
            <a:stretch/>
          </p:blipFill>
          <p:spPr>
            <a:xfrm>
              <a:off x="3485261" y="1756971"/>
              <a:ext cx="534301" cy="571234"/>
            </a:xfrm>
            <a:prstGeom prst="rect">
              <a:avLst/>
            </a:prstGeom>
            <a:noFill/>
            <a:ln>
              <a:noFill/>
            </a:ln>
          </p:spPr>
        </p:pic>
        <p:pic>
          <p:nvPicPr>
            <p:cNvPr id="199" name="Google Shape;199;p12"/>
            <p:cNvPicPr preferRelativeResize="0"/>
            <p:nvPr/>
          </p:nvPicPr>
          <p:blipFill rotWithShape="1">
            <a:blip r:embed="rId5">
              <a:alphaModFix/>
            </a:blip>
            <a:srcRect/>
            <a:stretch/>
          </p:blipFill>
          <p:spPr>
            <a:xfrm>
              <a:off x="3485261" y="2455305"/>
              <a:ext cx="534301" cy="571234"/>
            </a:xfrm>
            <a:prstGeom prst="rect">
              <a:avLst/>
            </a:prstGeom>
            <a:noFill/>
            <a:ln>
              <a:noFill/>
            </a:ln>
          </p:spPr>
        </p:pic>
        <p:pic>
          <p:nvPicPr>
            <p:cNvPr id="200" name="Google Shape;200;p12"/>
            <p:cNvPicPr preferRelativeResize="0"/>
            <p:nvPr/>
          </p:nvPicPr>
          <p:blipFill rotWithShape="1">
            <a:blip r:embed="rId5">
              <a:alphaModFix/>
            </a:blip>
            <a:srcRect/>
            <a:stretch/>
          </p:blipFill>
          <p:spPr>
            <a:xfrm>
              <a:off x="3485261" y="3811681"/>
              <a:ext cx="534301" cy="571234"/>
            </a:xfrm>
            <a:prstGeom prst="rect">
              <a:avLst/>
            </a:prstGeom>
            <a:noFill/>
            <a:ln>
              <a:noFill/>
            </a:ln>
          </p:spPr>
        </p:pic>
        <p:sp>
          <p:nvSpPr>
            <p:cNvPr id="201" name="Google Shape;201;p12"/>
            <p:cNvSpPr txBox="1"/>
            <p:nvPr/>
          </p:nvSpPr>
          <p:spPr>
            <a:xfrm>
              <a:off x="2334891" y="3205618"/>
              <a:ext cx="537863"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Gill Sans"/>
                  <a:ea typeface="Gill Sans"/>
                  <a:cs typeface="Gill Sans"/>
                  <a:sym typeface="Gill Sans"/>
                </a:rPr>
                <a:t>…</a:t>
              </a:r>
              <a:endParaRPr/>
            </a:p>
          </p:txBody>
        </p:sp>
        <p:sp>
          <p:nvSpPr>
            <p:cNvPr id="202" name="Google Shape;202;p12"/>
            <p:cNvSpPr txBox="1"/>
            <p:nvPr/>
          </p:nvSpPr>
          <p:spPr>
            <a:xfrm>
              <a:off x="3470000" y="3203536"/>
              <a:ext cx="537863"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Gill Sans"/>
                  <a:ea typeface="Gill Sans"/>
                  <a:cs typeface="Gill Sans"/>
                  <a:sym typeface="Gill Sans"/>
                </a:rPr>
                <a:t>…</a:t>
              </a:r>
              <a:endParaRPr/>
            </a:p>
          </p:txBody>
        </p:sp>
        <p:cxnSp>
          <p:nvCxnSpPr>
            <p:cNvPr id="203" name="Google Shape;203;p12"/>
            <p:cNvCxnSpPr/>
            <p:nvPr/>
          </p:nvCxnSpPr>
          <p:spPr>
            <a:xfrm rot="10800000" flipH="1">
              <a:off x="2878989" y="1373234"/>
              <a:ext cx="637705" cy="9156"/>
            </a:xfrm>
            <a:prstGeom prst="straightConnector1">
              <a:avLst/>
            </a:prstGeom>
            <a:noFill/>
            <a:ln w="9525" cap="flat" cmpd="sng">
              <a:solidFill>
                <a:schemeClr val="accent1"/>
              </a:solidFill>
              <a:prstDash val="solid"/>
              <a:round/>
              <a:headEnd type="none" w="sm" len="sm"/>
              <a:tailEnd type="triangle" w="med" len="med"/>
            </a:ln>
          </p:spPr>
        </p:cxnSp>
        <p:cxnSp>
          <p:nvCxnSpPr>
            <p:cNvPr id="204" name="Google Shape;204;p12"/>
            <p:cNvCxnSpPr/>
            <p:nvPr/>
          </p:nvCxnSpPr>
          <p:spPr>
            <a:xfrm rot="10800000" flipH="1">
              <a:off x="2885510" y="2054698"/>
              <a:ext cx="637705" cy="9156"/>
            </a:xfrm>
            <a:prstGeom prst="straightConnector1">
              <a:avLst/>
            </a:prstGeom>
            <a:noFill/>
            <a:ln w="9525" cap="flat" cmpd="sng">
              <a:solidFill>
                <a:schemeClr val="accent1"/>
              </a:solidFill>
              <a:prstDash val="solid"/>
              <a:round/>
              <a:headEnd type="none" w="sm" len="sm"/>
              <a:tailEnd type="triangle" w="med" len="med"/>
            </a:ln>
          </p:spPr>
        </p:cxnSp>
        <p:cxnSp>
          <p:nvCxnSpPr>
            <p:cNvPr id="205" name="Google Shape;205;p12"/>
            <p:cNvCxnSpPr/>
            <p:nvPr/>
          </p:nvCxnSpPr>
          <p:spPr>
            <a:xfrm rot="10800000" flipH="1">
              <a:off x="2908601" y="2749414"/>
              <a:ext cx="637705" cy="9156"/>
            </a:xfrm>
            <a:prstGeom prst="straightConnector1">
              <a:avLst/>
            </a:prstGeom>
            <a:noFill/>
            <a:ln w="9525" cap="flat" cmpd="sng">
              <a:solidFill>
                <a:schemeClr val="accent1"/>
              </a:solidFill>
              <a:prstDash val="solid"/>
              <a:round/>
              <a:headEnd type="none" w="sm" len="sm"/>
              <a:tailEnd type="triangle" w="med" len="med"/>
            </a:ln>
          </p:spPr>
        </p:cxnSp>
        <p:cxnSp>
          <p:nvCxnSpPr>
            <p:cNvPr id="206" name="Google Shape;206;p12"/>
            <p:cNvCxnSpPr/>
            <p:nvPr/>
          </p:nvCxnSpPr>
          <p:spPr>
            <a:xfrm rot="10800000" flipH="1">
              <a:off x="2871621" y="4117400"/>
              <a:ext cx="637705" cy="9156"/>
            </a:xfrm>
            <a:prstGeom prst="straightConnector1">
              <a:avLst/>
            </a:prstGeom>
            <a:noFill/>
            <a:ln w="9525" cap="flat" cmpd="sng">
              <a:solidFill>
                <a:schemeClr val="accent1"/>
              </a:solidFill>
              <a:prstDash val="solid"/>
              <a:round/>
              <a:headEnd type="none" w="sm" len="sm"/>
              <a:tailEnd type="triangle" w="med" len="med"/>
            </a:ln>
          </p:spPr>
        </p:cxnSp>
        <p:sp>
          <p:nvSpPr>
            <p:cNvPr id="207" name="Google Shape;207;p12"/>
            <p:cNvSpPr/>
            <p:nvPr/>
          </p:nvSpPr>
          <p:spPr>
            <a:xfrm>
              <a:off x="4336764" y="1145765"/>
              <a:ext cx="334480" cy="3267131"/>
            </a:xfrm>
            <a:prstGeom prst="roundRect">
              <a:avLst>
                <a:gd name="adj" fmla="val 16667"/>
              </a:avLst>
            </a:prstGeom>
            <a:solidFill>
              <a:schemeClr val="accent1"/>
            </a:solidFill>
            <a:ln w="12700" cap="flat" cmpd="sng">
              <a:solidFill>
                <a:srgbClr val="B3761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2"/>
            <p:cNvSpPr txBox="1"/>
            <p:nvPr/>
          </p:nvSpPr>
          <p:spPr>
            <a:xfrm rot="-5400000">
              <a:off x="2886752" y="2628403"/>
              <a:ext cx="3234475" cy="301824"/>
            </a:xfrm>
            <a:prstGeom prst="rect">
              <a:avLst/>
            </a:prstGeom>
            <a:noFill/>
            <a:ln>
              <a:noFill/>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200">
                  <a:solidFill>
                    <a:schemeClr val="lt1"/>
                  </a:solidFill>
                  <a:latin typeface="Gill Sans"/>
                  <a:ea typeface="Gill Sans"/>
                  <a:cs typeface="Gill Sans"/>
                  <a:sym typeface="Gill Sans"/>
                </a:rPr>
                <a:t>MAJORITY    VOTING</a:t>
              </a:r>
              <a:endParaRPr/>
            </a:p>
          </p:txBody>
        </p:sp>
      </p:grpSp>
      <p:cxnSp>
        <p:nvCxnSpPr>
          <p:cNvPr id="209" name="Google Shape;209;p12"/>
          <p:cNvCxnSpPr/>
          <p:nvPr/>
        </p:nvCxnSpPr>
        <p:spPr>
          <a:xfrm flipH="1">
            <a:off x="4722184" y="1145765"/>
            <a:ext cx="25563" cy="3305491"/>
          </a:xfrm>
          <a:prstGeom prst="straightConnector1">
            <a:avLst/>
          </a:prstGeom>
          <a:noFill/>
          <a:ln w="31750" cap="flat" cmpd="sng">
            <a:solidFill>
              <a:schemeClr val="dk1"/>
            </a:solidFill>
            <a:prstDash val="solid"/>
            <a:round/>
            <a:headEnd type="none" w="sm" len="sm"/>
            <a:tailEnd type="none" w="sm" len="sm"/>
          </a:ln>
        </p:spPr>
      </p:cxnSp>
      <p:grpSp>
        <p:nvGrpSpPr>
          <p:cNvPr id="210" name="Google Shape;210;p12"/>
          <p:cNvGrpSpPr/>
          <p:nvPr/>
        </p:nvGrpSpPr>
        <p:grpSpPr>
          <a:xfrm>
            <a:off x="4789013" y="1331393"/>
            <a:ext cx="4241689" cy="3011085"/>
            <a:chOff x="4806753" y="1153336"/>
            <a:chExt cx="4241689" cy="3011085"/>
          </a:xfrm>
        </p:grpSpPr>
        <p:pic>
          <p:nvPicPr>
            <p:cNvPr id="211" name="Google Shape;211;p12"/>
            <p:cNvPicPr preferRelativeResize="0"/>
            <p:nvPr/>
          </p:nvPicPr>
          <p:blipFill rotWithShape="1">
            <a:blip r:embed="rId6">
              <a:alphaModFix/>
            </a:blip>
            <a:srcRect/>
            <a:stretch/>
          </p:blipFill>
          <p:spPr>
            <a:xfrm>
              <a:off x="4806753" y="2294141"/>
              <a:ext cx="1617622" cy="752268"/>
            </a:xfrm>
            <a:prstGeom prst="rect">
              <a:avLst/>
            </a:prstGeom>
            <a:noFill/>
            <a:ln>
              <a:noFill/>
            </a:ln>
          </p:spPr>
        </p:pic>
        <p:sp>
          <p:nvSpPr>
            <p:cNvPr id="212" name="Google Shape;212;p12"/>
            <p:cNvSpPr/>
            <p:nvPr/>
          </p:nvSpPr>
          <p:spPr>
            <a:xfrm>
              <a:off x="6814181" y="1153336"/>
              <a:ext cx="945210" cy="276481"/>
            </a:xfrm>
            <a:prstGeom prst="bracePair">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a:solidFill>
                    <a:schemeClr val="dk1"/>
                  </a:solidFill>
                  <a:latin typeface="Gill Sans"/>
                  <a:ea typeface="Gill Sans"/>
                  <a:cs typeface="Gill Sans"/>
                  <a:sym typeface="Gill Sans"/>
                </a:rPr>
                <a:t>D1, D5, D11</a:t>
              </a:r>
              <a:endParaRPr/>
            </a:p>
          </p:txBody>
        </p:sp>
        <p:sp>
          <p:nvSpPr>
            <p:cNvPr id="213" name="Google Shape;213;p12"/>
            <p:cNvSpPr/>
            <p:nvPr/>
          </p:nvSpPr>
          <p:spPr>
            <a:xfrm>
              <a:off x="6806666" y="1620442"/>
              <a:ext cx="952725" cy="276481"/>
            </a:xfrm>
            <a:prstGeom prst="bracePair">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a:solidFill>
                    <a:schemeClr val="dk1"/>
                  </a:solidFill>
                  <a:latin typeface="Gill Sans"/>
                  <a:ea typeface="Gill Sans"/>
                  <a:cs typeface="Gill Sans"/>
                  <a:sym typeface="Gill Sans"/>
                </a:rPr>
                <a:t>D9, D5, D21</a:t>
              </a:r>
              <a:endParaRPr/>
            </a:p>
          </p:txBody>
        </p:sp>
        <p:sp>
          <p:nvSpPr>
            <p:cNvPr id="214" name="Google Shape;214;p12"/>
            <p:cNvSpPr/>
            <p:nvPr/>
          </p:nvSpPr>
          <p:spPr>
            <a:xfrm>
              <a:off x="6812487" y="2205051"/>
              <a:ext cx="952726" cy="276481"/>
            </a:xfrm>
            <a:prstGeom prst="bracePair">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a:solidFill>
                    <a:schemeClr val="dk1"/>
                  </a:solidFill>
                  <a:latin typeface="Gill Sans"/>
                  <a:ea typeface="Gill Sans"/>
                  <a:cs typeface="Gill Sans"/>
                  <a:sym typeface="Gill Sans"/>
                </a:rPr>
                <a:t>D11, D15, D19</a:t>
              </a:r>
              <a:endParaRPr/>
            </a:p>
          </p:txBody>
        </p:sp>
        <p:sp>
          <p:nvSpPr>
            <p:cNvPr id="215" name="Google Shape;215;p12"/>
            <p:cNvSpPr/>
            <p:nvPr/>
          </p:nvSpPr>
          <p:spPr>
            <a:xfrm>
              <a:off x="6835726" y="3872829"/>
              <a:ext cx="952726" cy="276481"/>
            </a:xfrm>
            <a:prstGeom prst="bracePair">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a:solidFill>
                    <a:schemeClr val="dk1"/>
                  </a:solidFill>
                  <a:latin typeface="Gill Sans"/>
                  <a:ea typeface="Gill Sans"/>
                  <a:cs typeface="Gill Sans"/>
                  <a:sym typeface="Gill Sans"/>
                </a:rPr>
                <a:t>D14, D25, D16</a:t>
              </a:r>
              <a:endParaRPr/>
            </a:p>
          </p:txBody>
        </p:sp>
        <p:cxnSp>
          <p:nvCxnSpPr>
            <p:cNvPr id="216" name="Google Shape;216;p12"/>
            <p:cNvCxnSpPr>
              <a:endCxn id="212" idx="1"/>
            </p:cNvCxnSpPr>
            <p:nvPr/>
          </p:nvCxnSpPr>
          <p:spPr>
            <a:xfrm rot="-5400000">
              <a:off x="5961881" y="1697177"/>
              <a:ext cx="1257900" cy="446700"/>
            </a:xfrm>
            <a:prstGeom prst="bentConnector2">
              <a:avLst/>
            </a:prstGeom>
            <a:noFill/>
            <a:ln w="9525" cap="flat" cmpd="sng">
              <a:solidFill>
                <a:schemeClr val="accent1"/>
              </a:solidFill>
              <a:prstDash val="solid"/>
              <a:round/>
              <a:headEnd type="none" w="sm" len="sm"/>
              <a:tailEnd type="triangle" w="med" len="med"/>
            </a:ln>
          </p:spPr>
        </p:cxnSp>
        <p:cxnSp>
          <p:nvCxnSpPr>
            <p:cNvPr id="217" name="Google Shape;217;p12"/>
            <p:cNvCxnSpPr>
              <a:stCxn id="211" idx="3"/>
              <a:endCxn id="213" idx="1"/>
            </p:cNvCxnSpPr>
            <p:nvPr/>
          </p:nvCxnSpPr>
          <p:spPr>
            <a:xfrm rot="10800000" flipH="1">
              <a:off x="6424375" y="1758575"/>
              <a:ext cx="382200" cy="911700"/>
            </a:xfrm>
            <a:prstGeom prst="bentConnector3">
              <a:avLst>
                <a:gd name="adj1" fmla="val 50000"/>
              </a:avLst>
            </a:prstGeom>
            <a:noFill/>
            <a:ln w="9525" cap="flat" cmpd="sng">
              <a:solidFill>
                <a:schemeClr val="accent1"/>
              </a:solidFill>
              <a:prstDash val="solid"/>
              <a:round/>
              <a:headEnd type="none" w="sm" len="sm"/>
              <a:tailEnd type="triangle" w="med" len="med"/>
            </a:ln>
          </p:spPr>
        </p:cxnSp>
        <p:cxnSp>
          <p:nvCxnSpPr>
            <p:cNvPr id="218" name="Google Shape;218;p12"/>
            <p:cNvCxnSpPr>
              <a:endCxn id="214" idx="1"/>
            </p:cNvCxnSpPr>
            <p:nvPr/>
          </p:nvCxnSpPr>
          <p:spPr>
            <a:xfrm rot="10800000" flipH="1">
              <a:off x="6318687" y="2343292"/>
              <a:ext cx="493800" cy="396900"/>
            </a:xfrm>
            <a:prstGeom prst="bentConnector3">
              <a:avLst>
                <a:gd name="adj1" fmla="val 53593"/>
              </a:avLst>
            </a:prstGeom>
            <a:noFill/>
            <a:ln w="9525" cap="flat" cmpd="sng">
              <a:solidFill>
                <a:schemeClr val="accent1"/>
              </a:solidFill>
              <a:prstDash val="solid"/>
              <a:round/>
              <a:headEnd type="none" w="sm" len="sm"/>
              <a:tailEnd type="triangle" w="med" len="med"/>
            </a:ln>
          </p:spPr>
        </p:cxnSp>
        <p:cxnSp>
          <p:nvCxnSpPr>
            <p:cNvPr id="219" name="Google Shape;219;p12"/>
            <p:cNvCxnSpPr>
              <a:endCxn id="215" idx="1"/>
            </p:cNvCxnSpPr>
            <p:nvPr/>
          </p:nvCxnSpPr>
          <p:spPr>
            <a:xfrm rot="-5400000" flipH="1">
              <a:off x="6011176" y="3186519"/>
              <a:ext cx="1191000" cy="458100"/>
            </a:xfrm>
            <a:prstGeom prst="bentConnector2">
              <a:avLst/>
            </a:prstGeom>
            <a:noFill/>
            <a:ln w="9525" cap="flat" cmpd="sng">
              <a:solidFill>
                <a:schemeClr val="accent1"/>
              </a:solidFill>
              <a:prstDash val="solid"/>
              <a:round/>
              <a:headEnd type="none" w="sm" len="sm"/>
              <a:tailEnd type="triangle" w="med" len="med"/>
            </a:ln>
          </p:spPr>
        </p:cxnSp>
        <p:sp>
          <p:nvSpPr>
            <p:cNvPr id="220" name="Google Shape;220;p12"/>
            <p:cNvSpPr/>
            <p:nvPr/>
          </p:nvSpPr>
          <p:spPr>
            <a:xfrm>
              <a:off x="8074171" y="1168447"/>
              <a:ext cx="945210" cy="276481"/>
            </a:xfrm>
            <a:prstGeom prst="bracePair">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a:solidFill>
                    <a:schemeClr val="dk1"/>
                  </a:solidFill>
                  <a:latin typeface="Gill Sans"/>
                  <a:ea typeface="Gill Sans"/>
                  <a:cs typeface="Gill Sans"/>
                  <a:sym typeface="Gill Sans"/>
                </a:rPr>
                <a:t>T1, T5, T11</a:t>
              </a:r>
              <a:endParaRPr/>
            </a:p>
          </p:txBody>
        </p:sp>
        <p:sp>
          <p:nvSpPr>
            <p:cNvPr id="221" name="Google Shape;221;p12"/>
            <p:cNvSpPr/>
            <p:nvPr/>
          </p:nvSpPr>
          <p:spPr>
            <a:xfrm>
              <a:off x="8066656" y="1635553"/>
              <a:ext cx="952725" cy="276481"/>
            </a:xfrm>
            <a:prstGeom prst="bracePair">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a:solidFill>
                    <a:schemeClr val="dk1"/>
                  </a:solidFill>
                  <a:latin typeface="Gill Sans"/>
                  <a:ea typeface="Gill Sans"/>
                  <a:cs typeface="Gill Sans"/>
                  <a:sym typeface="Gill Sans"/>
                </a:rPr>
                <a:t>T9, T5, T21</a:t>
              </a:r>
              <a:endParaRPr/>
            </a:p>
          </p:txBody>
        </p:sp>
        <p:sp>
          <p:nvSpPr>
            <p:cNvPr id="222" name="Google Shape;222;p12"/>
            <p:cNvSpPr/>
            <p:nvPr/>
          </p:nvSpPr>
          <p:spPr>
            <a:xfrm>
              <a:off x="8072477" y="2220162"/>
              <a:ext cx="952726" cy="276481"/>
            </a:xfrm>
            <a:prstGeom prst="bracePair">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a:solidFill>
                    <a:schemeClr val="dk1"/>
                  </a:solidFill>
                  <a:latin typeface="Gill Sans"/>
                  <a:ea typeface="Gill Sans"/>
                  <a:cs typeface="Gill Sans"/>
                  <a:sym typeface="Gill Sans"/>
                </a:rPr>
                <a:t>T11, T15, T19</a:t>
              </a:r>
              <a:endParaRPr/>
            </a:p>
          </p:txBody>
        </p:sp>
        <p:sp>
          <p:nvSpPr>
            <p:cNvPr id="223" name="Google Shape;223;p12"/>
            <p:cNvSpPr/>
            <p:nvPr/>
          </p:nvSpPr>
          <p:spPr>
            <a:xfrm>
              <a:off x="8095716" y="3887940"/>
              <a:ext cx="952726" cy="276481"/>
            </a:xfrm>
            <a:prstGeom prst="bracePair">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a:solidFill>
                    <a:schemeClr val="dk1"/>
                  </a:solidFill>
                  <a:latin typeface="Gill Sans"/>
                  <a:ea typeface="Gill Sans"/>
                  <a:cs typeface="Gill Sans"/>
                  <a:sym typeface="Gill Sans"/>
                </a:rPr>
                <a:t>T14, T25, T16</a:t>
              </a:r>
              <a:endParaRPr/>
            </a:p>
          </p:txBody>
        </p:sp>
        <p:cxnSp>
          <p:nvCxnSpPr>
            <p:cNvPr id="224" name="Google Shape;224;p12"/>
            <p:cNvCxnSpPr/>
            <p:nvPr/>
          </p:nvCxnSpPr>
          <p:spPr>
            <a:xfrm>
              <a:off x="7778746" y="1261812"/>
              <a:ext cx="283109" cy="2"/>
            </a:xfrm>
            <a:prstGeom prst="straightConnector1">
              <a:avLst/>
            </a:prstGeom>
            <a:noFill/>
            <a:ln w="9525" cap="flat" cmpd="sng">
              <a:solidFill>
                <a:schemeClr val="accent1"/>
              </a:solidFill>
              <a:prstDash val="solid"/>
              <a:round/>
              <a:headEnd type="none" w="sm" len="sm"/>
              <a:tailEnd type="triangle" w="med" len="med"/>
            </a:ln>
          </p:spPr>
        </p:cxnSp>
        <p:cxnSp>
          <p:nvCxnSpPr>
            <p:cNvPr id="225" name="Google Shape;225;p12"/>
            <p:cNvCxnSpPr/>
            <p:nvPr/>
          </p:nvCxnSpPr>
          <p:spPr>
            <a:xfrm>
              <a:off x="7778745" y="1941905"/>
              <a:ext cx="283109" cy="2"/>
            </a:xfrm>
            <a:prstGeom prst="straightConnector1">
              <a:avLst/>
            </a:prstGeom>
            <a:noFill/>
            <a:ln w="9525" cap="flat" cmpd="sng">
              <a:solidFill>
                <a:schemeClr val="accent1"/>
              </a:solidFill>
              <a:prstDash val="solid"/>
              <a:round/>
              <a:headEnd type="none" w="sm" len="sm"/>
              <a:tailEnd type="triangle" w="med" len="med"/>
            </a:ln>
          </p:spPr>
        </p:cxnSp>
        <p:cxnSp>
          <p:nvCxnSpPr>
            <p:cNvPr id="226" name="Google Shape;226;p12"/>
            <p:cNvCxnSpPr/>
            <p:nvPr/>
          </p:nvCxnSpPr>
          <p:spPr>
            <a:xfrm>
              <a:off x="7785228" y="2368142"/>
              <a:ext cx="283109" cy="2"/>
            </a:xfrm>
            <a:prstGeom prst="straightConnector1">
              <a:avLst/>
            </a:prstGeom>
            <a:noFill/>
            <a:ln w="9525" cap="flat" cmpd="sng">
              <a:solidFill>
                <a:schemeClr val="accent1"/>
              </a:solidFill>
              <a:prstDash val="solid"/>
              <a:round/>
              <a:headEnd type="none" w="sm" len="sm"/>
              <a:tailEnd type="triangle" w="med" len="med"/>
            </a:ln>
          </p:spPr>
        </p:cxnSp>
        <p:cxnSp>
          <p:nvCxnSpPr>
            <p:cNvPr id="227" name="Google Shape;227;p12"/>
            <p:cNvCxnSpPr/>
            <p:nvPr/>
          </p:nvCxnSpPr>
          <p:spPr>
            <a:xfrm>
              <a:off x="7785228" y="4022070"/>
              <a:ext cx="283109" cy="2"/>
            </a:xfrm>
            <a:prstGeom prst="straightConnector1">
              <a:avLst/>
            </a:prstGeom>
            <a:noFill/>
            <a:ln w="9525" cap="flat" cmpd="sng">
              <a:solidFill>
                <a:schemeClr val="accent1"/>
              </a:solidFill>
              <a:prstDash val="solid"/>
              <a:round/>
              <a:headEnd type="none" w="sm" len="sm"/>
              <a:tailEnd type="triangle" w="med" len="med"/>
            </a:ln>
          </p:spPr>
        </p:cxnSp>
      </p:grpSp>
      <p:sp>
        <p:nvSpPr>
          <p:cNvPr id="228" name="Google Shape;228;p12"/>
          <p:cNvSpPr/>
          <p:nvPr/>
        </p:nvSpPr>
        <p:spPr>
          <a:xfrm>
            <a:off x="6301004" y="929058"/>
            <a:ext cx="250741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u="sng">
                <a:solidFill>
                  <a:srgbClr val="0070C0"/>
                </a:solidFill>
                <a:latin typeface="Gill Sans"/>
                <a:ea typeface="Gill Sans"/>
                <a:cs typeface="Gill Sans"/>
                <a:sym typeface="Gill Sans"/>
              </a:rPr>
              <a:t>D</a:t>
            </a:r>
            <a:r>
              <a:rPr lang="en-US" sz="1050" u="sng">
                <a:solidFill>
                  <a:schemeClr val="dk1"/>
                </a:solidFill>
                <a:latin typeface="Gill Sans"/>
                <a:ea typeface="Gill Sans"/>
                <a:cs typeface="Gill Sans"/>
                <a:sym typeface="Gill Sans"/>
              </a:rPr>
              <a:t> dataset , not containing Xi</a:t>
            </a:r>
            <a:r>
              <a:rPr lang="en-US" sz="1050">
                <a:solidFill>
                  <a:schemeClr val="dk1"/>
                </a:solidFill>
                <a:latin typeface="Gill Sans"/>
                <a:ea typeface="Gill Sans"/>
                <a:cs typeface="Gill Sans"/>
                <a:sym typeface="Gill Sans"/>
              </a:rPr>
              <a:t>         </a:t>
            </a:r>
            <a:r>
              <a:rPr lang="en-US" sz="1050" u="sng">
                <a:solidFill>
                  <a:srgbClr val="0070C0"/>
                </a:solidFill>
                <a:latin typeface="Gill Sans"/>
                <a:ea typeface="Gill Sans"/>
                <a:cs typeface="Gill Sans"/>
                <a:sym typeface="Gill Sans"/>
              </a:rPr>
              <a:t>T,</a:t>
            </a:r>
            <a:r>
              <a:rPr lang="en-US" sz="1050" u="sng">
                <a:solidFill>
                  <a:schemeClr val="dk1"/>
                </a:solidFill>
                <a:latin typeface="Gill Sans"/>
                <a:ea typeface="Gill Sans"/>
                <a:cs typeface="Gill Sans"/>
                <a:sym typeface="Gill Sans"/>
              </a:rPr>
              <a:t> trees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13"/>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r>
              <a:rPr lang="en-US"/>
              <a:t>OOB VS. TEST PARTITION PERFORMANCE</a:t>
            </a:r>
            <a:endParaRPr/>
          </a:p>
        </p:txBody>
      </p:sp>
      <p:sp>
        <p:nvSpPr>
          <p:cNvPr id="234" name="Google Shape;234;p13"/>
          <p:cNvSpPr txBox="1">
            <a:spLocks noGrp="1"/>
          </p:cNvSpPr>
          <p:nvPr>
            <p:ph type="body" idx="1"/>
          </p:nvPr>
        </p:nvSpPr>
        <p:spPr>
          <a:xfrm>
            <a:off x="0" y="891539"/>
            <a:ext cx="9037320" cy="3971405"/>
          </a:xfrm>
          <a:prstGeom prst="rect">
            <a:avLst/>
          </a:prstGeom>
          <a:noFill/>
          <a:ln>
            <a:noFill/>
          </a:ln>
        </p:spPr>
        <p:txBody>
          <a:bodyPr spcFirstLastPara="1" wrap="square" lIns="91425" tIns="45700" rIns="91425" bIns="45700" anchor="t" anchorCtr="0">
            <a:normAutofit/>
          </a:bodyPr>
          <a:lstStyle/>
          <a:p>
            <a:pPr marL="171450" lvl="0" indent="-171450" algn="l" rtl="0">
              <a:lnSpc>
                <a:spcPct val="100000"/>
              </a:lnSpc>
              <a:spcBef>
                <a:spcPts val="0"/>
              </a:spcBef>
              <a:spcAft>
                <a:spcPts val="0"/>
              </a:spcAft>
              <a:buSzPts val="1600"/>
              <a:buChar char="•"/>
            </a:pPr>
            <a:r>
              <a:rPr lang="en-US" sz="1600"/>
              <a:t>every tree in the forest is built on about 63% of the available data, leaving the remaining approximately 37% for testing [the OOB (out-of-bag) data]. </a:t>
            </a:r>
            <a:endParaRPr/>
          </a:p>
          <a:p>
            <a:pPr marL="342900" lvl="1" indent="-171450" algn="l" rtl="0">
              <a:lnSpc>
                <a:spcPct val="100000"/>
              </a:lnSpc>
              <a:spcBef>
                <a:spcPts val="750"/>
              </a:spcBef>
              <a:spcAft>
                <a:spcPts val="0"/>
              </a:spcAft>
              <a:buSzPts val="1450"/>
              <a:buChar char="•"/>
            </a:pPr>
            <a:r>
              <a:rPr lang="en-US" sz="1450"/>
              <a:t>This 37% OOB data is not fixed, this is actually those 37% that a particular estimator has not seen it !!</a:t>
            </a:r>
            <a:endParaRPr/>
          </a:p>
          <a:p>
            <a:pPr marL="342900" lvl="1" indent="-171450" algn="l" rtl="0">
              <a:lnSpc>
                <a:spcPct val="100000"/>
              </a:lnSpc>
              <a:spcBef>
                <a:spcPts val="750"/>
              </a:spcBef>
              <a:spcAft>
                <a:spcPts val="0"/>
              </a:spcAft>
              <a:buSzPts val="1450"/>
              <a:buChar char="•"/>
            </a:pPr>
            <a:r>
              <a:rPr lang="en-US" sz="1450"/>
              <a:t>So the OOB data will be different for each estimator, but it will roughly be 37%</a:t>
            </a:r>
            <a:endParaRPr/>
          </a:p>
          <a:p>
            <a:pPr marL="171450" lvl="0" indent="-171450" algn="l" rtl="0">
              <a:lnSpc>
                <a:spcPct val="100000"/>
              </a:lnSpc>
              <a:spcBef>
                <a:spcPts val="750"/>
              </a:spcBef>
              <a:spcAft>
                <a:spcPts val="0"/>
              </a:spcAft>
              <a:buSzPts val="1600"/>
              <a:buChar char="•"/>
            </a:pPr>
            <a:r>
              <a:rPr lang="en-US" sz="1600"/>
              <a:t>the number of trees = 500 </a:t>
            </a:r>
            <a:endParaRPr/>
          </a:p>
          <a:p>
            <a:pPr marL="171450" lvl="0" indent="-171450" algn="l" rtl="0">
              <a:lnSpc>
                <a:spcPct val="100000"/>
              </a:lnSpc>
              <a:spcBef>
                <a:spcPts val="750"/>
              </a:spcBef>
              <a:spcAft>
                <a:spcPts val="0"/>
              </a:spcAft>
              <a:buSzPts val="1600"/>
              <a:buChar char="•"/>
            </a:pPr>
            <a:r>
              <a:rPr lang="en-US" sz="1600"/>
              <a:t>on average a record will be OOB for about .37*500=185 trees</a:t>
            </a:r>
            <a:endParaRPr/>
          </a:p>
          <a:p>
            <a:pPr marL="171450" lvl="0" indent="-171450" algn="l" rtl="0">
              <a:lnSpc>
                <a:spcPct val="100000"/>
              </a:lnSpc>
              <a:spcBef>
                <a:spcPts val="750"/>
              </a:spcBef>
              <a:spcAft>
                <a:spcPts val="0"/>
              </a:spcAft>
              <a:buSzPts val="1600"/>
              <a:buChar char="•"/>
            </a:pPr>
            <a:r>
              <a:rPr lang="en-US" sz="1600"/>
              <a:t>use just these trees to generate predictions. </a:t>
            </a:r>
            <a:endParaRPr/>
          </a:p>
          <a:p>
            <a:pPr marL="171450" lvl="0" indent="-171450" algn="l" rtl="0">
              <a:lnSpc>
                <a:spcPct val="100000"/>
              </a:lnSpc>
              <a:spcBef>
                <a:spcPts val="750"/>
              </a:spcBef>
              <a:spcAft>
                <a:spcPts val="0"/>
              </a:spcAft>
              <a:buSzPts val="1600"/>
              <a:buChar char="•"/>
            </a:pPr>
            <a:r>
              <a:rPr lang="en-US" sz="1600"/>
              <a:t>This allows the </a:t>
            </a:r>
            <a:r>
              <a:rPr lang="en-US" sz="1600">
                <a:solidFill>
                  <a:srgbClr val="0070C0"/>
                </a:solidFill>
              </a:rPr>
              <a:t>RandomForestClassifier</a:t>
            </a:r>
            <a:r>
              <a:rPr lang="en-US" sz="1600"/>
              <a:t> to be fit and validated whilst being trained</a:t>
            </a:r>
            <a:endParaRPr/>
          </a:p>
        </p:txBody>
      </p:sp>
      <p:sp>
        <p:nvSpPr>
          <p:cNvPr id="235" name="Google Shape;235;p13"/>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236" name="Google Shape;236;p13"/>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13</a:t>
            </a:fld>
            <a:endParaRPr/>
          </a:p>
        </p:txBody>
      </p:sp>
      <p:sp>
        <p:nvSpPr>
          <p:cNvPr id="237" name="Google Shape;237;p13"/>
          <p:cNvSpPr/>
          <p:nvPr/>
        </p:nvSpPr>
        <p:spPr>
          <a:xfrm>
            <a:off x="5737860" y="4043854"/>
            <a:ext cx="3299460" cy="650065"/>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0"/>
                </a:moveTo>
                <a:close/>
                <a:lnTo>
                  <a:pt x="-10000" y="120000"/>
                </a:lnTo>
              </a:path>
              <a:path w="120000" h="120000" fill="none" extrusionOk="0">
                <a:moveTo>
                  <a:pt x="-10000" y="22500"/>
                </a:moveTo>
                <a:lnTo>
                  <a:pt x="-64866" y="-186103"/>
                </a:lnTo>
              </a:path>
            </a:pathLst>
          </a:custGeom>
          <a:gradFill>
            <a:gsLst>
              <a:gs pos="0">
                <a:srgbClr val="FCBD82"/>
              </a:gs>
              <a:gs pos="100000">
                <a:srgbClr val="FDBB7B"/>
              </a:gs>
            </a:gsLst>
            <a:lin ang="5400000" scaled="0"/>
          </a:gra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228600" marR="0" lvl="0" indent="-228600" algn="l" rtl="0">
              <a:spcBef>
                <a:spcPts val="0"/>
              </a:spcBef>
              <a:spcAft>
                <a:spcPts val="0"/>
              </a:spcAft>
              <a:buClr>
                <a:schemeClr val="dk1"/>
              </a:buClr>
              <a:buSzPts val="1200"/>
              <a:buFont typeface="Gill Sans"/>
              <a:buAutoNum type="arabicPeriod"/>
            </a:pPr>
            <a:r>
              <a:rPr lang="en-US" sz="1200">
                <a:solidFill>
                  <a:schemeClr val="dk1"/>
                </a:solidFill>
                <a:latin typeface="Gill Sans"/>
                <a:ea typeface="Gill Sans"/>
                <a:cs typeface="Gill Sans"/>
                <a:sym typeface="Gill Sans"/>
              </a:rPr>
              <a:t>OOB predictions are based on a rather small subsample of the trees</a:t>
            </a:r>
            <a:endParaRPr/>
          </a:p>
          <a:p>
            <a:pPr marL="228600" marR="0" lvl="0" indent="-152400" algn="l" rtl="0">
              <a:spcBef>
                <a:spcPts val="0"/>
              </a:spcBef>
              <a:spcAft>
                <a:spcPts val="0"/>
              </a:spcAft>
              <a:buClr>
                <a:schemeClr val="dk1"/>
              </a:buClr>
              <a:buSzPts val="1200"/>
              <a:buFont typeface="Gill Sans"/>
              <a:buNone/>
            </a:pPr>
            <a:endParaRPr sz="1200">
              <a:solidFill>
                <a:schemeClr val="dk1"/>
              </a:solidFill>
              <a:latin typeface="Gill Sans"/>
              <a:ea typeface="Gill Sans"/>
              <a:cs typeface="Gill Sans"/>
              <a:sym typeface="Gill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14"/>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r>
              <a:rPr lang="en-US"/>
              <a:t>WHY OOB IS IMPORTANT?</a:t>
            </a:r>
            <a:endParaRPr/>
          </a:p>
        </p:txBody>
      </p:sp>
      <p:sp>
        <p:nvSpPr>
          <p:cNvPr id="243" name="Google Shape;243;p14"/>
          <p:cNvSpPr txBox="1">
            <a:spLocks noGrp="1"/>
          </p:cNvSpPr>
          <p:nvPr>
            <p:ph type="body" idx="1"/>
          </p:nvPr>
        </p:nvSpPr>
        <p:spPr>
          <a:xfrm>
            <a:off x="0" y="891539"/>
            <a:ext cx="9144000" cy="3971405"/>
          </a:xfrm>
          <a:prstGeom prst="rect">
            <a:avLst/>
          </a:prstGeom>
          <a:noFill/>
          <a:ln>
            <a:noFill/>
          </a:ln>
        </p:spPr>
        <p:txBody>
          <a:bodyPr spcFirstLastPara="1" wrap="square" lIns="91425" tIns="45700" rIns="91425" bIns="45700" anchor="t" anchorCtr="0">
            <a:normAutofit/>
          </a:bodyPr>
          <a:lstStyle/>
          <a:p>
            <a:pPr marL="171450" lvl="0" indent="-171450" algn="l" rtl="0">
              <a:lnSpc>
                <a:spcPct val="100000"/>
              </a:lnSpc>
              <a:spcBef>
                <a:spcPts val="0"/>
              </a:spcBef>
              <a:spcAft>
                <a:spcPts val="0"/>
              </a:spcAft>
              <a:buSzPts val="1600"/>
              <a:buChar char="•"/>
            </a:pPr>
            <a:r>
              <a:rPr lang="en-US" sz="1600"/>
              <a:t>Internal testing while training</a:t>
            </a:r>
            <a:endParaRPr/>
          </a:p>
          <a:p>
            <a:pPr marL="171450" lvl="0" indent="-171450" algn="l" rtl="0">
              <a:lnSpc>
                <a:spcPct val="100000"/>
              </a:lnSpc>
              <a:spcBef>
                <a:spcPts val="750"/>
              </a:spcBef>
              <a:spcAft>
                <a:spcPts val="0"/>
              </a:spcAft>
              <a:buSzPts val="1600"/>
              <a:buChar char="•"/>
            </a:pPr>
            <a:r>
              <a:rPr lang="en-US" sz="1600"/>
              <a:t>The study of error estimates for bagged classifiers in Breiman [1996b], gives </a:t>
            </a:r>
            <a:r>
              <a:rPr lang="en-US" sz="1600">
                <a:highlight>
                  <a:srgbClr val="FFFF00"/>
                </a:highlight>
              </a:rPr>
              <a:t>empirical evidence </a:t>
            </a:r>
            <a:r>
              <a:rPr lang="en-US" sz="1600"/>
              <a:t>to show that the </a:t>
            </a:r>
            <a:r>
              <a:rPr lang="en-US" sz="1600">
                <a:solidFill>
                  <a:srgbClr val="0070C0"/>
                </a:solidFill>
              </a:rPr>
              <a:t>out-of-bag estimate </a:t>
            </a:r>
            <a:r>
              <a:rPr lang="en-US" sz="1600"/>
              <a:t>is as accurate as using a test set of the same size as the training set.</a:t>
            </a:r>
            <a:endParaRPr/>
          </a:p>
          <a:p>
            <a:pPr marL="171450" lvl="0" indent="-171450" algn="l" rtl="0">
              <a:lnSpc>
                <a:spcPct val="100000"/>
              </a:lnSpc>
              <a:spcBef>
                <a:spcPts val="750"/>
              </a:spcBef>
              <a:spcAft>
                <a:spcPts val="0"/>
              </a:spcAft>
              <a:buSzPts val="1600"/>
              <a:buChar char="•"/>
            </a:pPr>
            <a:r>
              <a:rPr lang="en-US" sz="1600"/>
              <a:t> Therefore, using the out-of-bag error estimate </a:t>
            </a:r>
            <a:r>
              <a:rPr lang="en-US" sz="1600">
                <a:solidFill>
                  <a:srgbClr val="0070C0"/>
                </a:solidFill>
              </a:rPr>
              <a:t>removes the need for a set aside test set</a:t>
            </a:r>
            <a:r>
              <a:rPr lang="en-US" sz="1600"/>
              <a:t>.</a:t>
            </a:r>
            <a:endParaRPr/>
          </a:p>
          <a:p>
            <a:pPr marL="171450" lvl="0" indent="-171450" algn="l" rtl="0">
              <a:lnSpc>
                <a:spcPct val="100000"/>
              </a:lnSpc>
              <a:spcBef>
                <a:spcPts val="750"/>
              </a:spcBef>
              <a:spcAft>
                <a:spcPts val="0"/>
              </a:spcAft>
              <a:buSzPts val="1600"/>
              <a:buChar char="•"/>
            </a:pPr>
            <a:r>
              <a:rPr lang="en-US" sz="1600"/>
              <a:t>Gives early indication of how good is the classifier (RF)</a:t>
            </a:r>
            <a:endParaRPr/>
          </a:p>
          <a:p>
            <a:pPr marL="171450" lvl="0" indent="-171450" algn="l" rtl="0">
              <a:lnSpc>
                <a:spcPct val="100000"/>
              </a:lnSpc>
              <a:spcBef>
                <a:spcPts val="750"/>
              </a:spcBef>
              <a:spcAft>
                <a:spcPts val="0"/>
              </a:spcAft>
              <a:buSzPts val="1600"/>
              <a:buChar char="•"/>
            </a:pPr>
            <a:r>
              <a:rPr lang="en-US" sz="1600"/>
              <a:t>Possibly </a:t>
            </a:r>
            <a:endParaRPr/>
          </a:p>
          <a:p>
            <a:pPr marL="342900" lvl="1" indent="-171450" algn="l" rtl="0">
              <a:lnSpc>
                <a:spcPct val="100000"/>
              </a:lnSpc>
              <a:spcBef>
                <a:spcPts val="750"/>
              </a:spcBef>
              <a:spcAft>
                <a:spcPts val="0"/>
              </a:spcAft>
              <a:buSzPts val="1450"/>
              <a:buChar char="•"/>
            </a:pPr>
            <a:r>
              <a:rPr lang="en-US" sz="1450">
                <a:solidFill>
                  <a:srgbClr val="00B050"/>
                </a:solidFill>
              </a:rPr>
              <a:t>No need for </a:t>
            </a:r>
            <a:r>
              <a:rPr lang="en-US" sz="1450"/>
              <a:t>cross validation (CV) or separate test</a:t>
            </a:r>
            <a:endParaRPr/>
          </a:p>
          <a:p>
            <a:pPr marL="342900" lvl="1" indent="-79375" algn="l" rtl="0">
              <a:lnSpc>
                <a:spcPct val="100000"/>
              </a:lnSpc>
              <a:spcBef>
                <a:spcPts val="750"/>
              </a:spcBef>
              <a:spcAft>
                <a:spcPts val="0"/>
              </a:spcAft>
              <a:buSzPts val="1450"/>
              <a:buNone/>
            </a:pPr>
            <a:endParaRPr sz="1450"/>
          </a:p>
        </p:txBody>
      </p:sp>
      <p:sp>
        <p:nvSpPr>
          <p:cNvPr id="244" name="Google Shape;244;p14"/>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245" name="Google Shape;245;p14"/>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15"/>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r>
              <a:rPr lang="en-US"/>
              <a:t>SKLEARN.ENSEMBLE.RANDOMFORESTCLASSIFIER</a:t>
            </a:r>
            <a:endParaRPr/>
          </a:p>
        </p:txBody>
      </p:sp>
      <p:sp>
        <p:nvSpPr>
          <p:cNvPr id="251" name="Google Shape;251;p15"/>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252" name="Google Shape;252;p15"/>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15</a:t>
            </a:fld>
            <a:endParaRPr/>
          </a:p>
        </p:txBody>
      </p:sp>
      <p:sp>
        <p:nvSpPr>
          <p:cNvPr id="253" name="Google Shape;253;p15"/>
          <p:cNvSpPr/>
          <p:nvPr/>
        </p:nvSpPr>
        <p:spPr>
          <a:xfrm>
            <a:off x="140676" y="891540"/>
            <a:ext cx="8932986" cy="286232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 instantiate the RF classifier</a:t>
            </a:r>
            <a:endParaRPr/>
          </a:p>
          <a:p>
            <a:pPr marL="0" marR="0" lvl="0" indent="0" algn="l" rtl="0">
              <a:spcBef>
                <a:spcPts val="0"/>
              </a:spcBef>
              <a:spcAft>
                <a:spcPts val="0"/>
              </a:spcAft>
              <a:buNone/>
            </a:pPr>
            <a:r>
              <a:rPr lang="en-US" sz="1800">
                <a:solidFill>
                  <a:schemeClr val="dk1"/>
                </a:solidFill>
                <a:latin typeface="Gill Sans"/>
                <a:ea typeface="Gill Sans"/>
                <a:cs typeface="Gill Sans"/>
                <a:sym typeface="Gill Sans"/>
              </a:rPr>
              <a:t># Set the random state for reproducibility</a:t>
            </a:r>
            <a:endParaRPr/>
          </a:p>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a:p>
            <a:pPr marL="0" marR="0" lvl="0" indent="0" algn="l" rtl="0">
              <a:spcBef>
                <a:spcPts val="0"/>
              </a:spcBef>
              <a:spcAft>
                <a:spcPts val="0"/>
              </a:spcAft>
              <a:buNone/>
            </a:pPr>
            <a:r>
              <a:rPr lang="en-US" sz="1800">
                <a:solidFill>
                  <a:srgbClr val="0070C0"/>
                </a:solidFill>
                <a:latin typeface="Gill Sans"/>
                <a:ea typeface="Gill Sans"/>
                <a:cs typeface="Gill Sans"/>
                <a:sym typeface="Gill Sans"/>
              </a:rPr>
              <a:t>clf = RandomForestClassifier(random_state=42)</a:t>
            </a:r>
            <a:endParaRPr/>
          </a:p>
          <a:p>
            <a:pPr marL="0" marR="0" lvl="0" indent="0" algn="l" rtl="0">
              <a:spcBef>
                <a:spcPts val="0"/>
              </a:spcBef>
              <a:spcAft>
                <a:spcPts val="0"/>
              </a:spcAft>
              <a:buNone/>
            </a:pPr>
            <a:endParaRPr sz="1800">
              <a:solidFill>
                <a:srgbClr val="0070C0"/>
              </a:solidFill>
              <a:latin typeface="Gill Sans"/>
              <a:ea typeface="Gill Sans"/>
              <a:cs typeface="Gill Sans"/>
              <a:sym typeface="Gill Sans"/>
            </a:endParaRPr>
          </a:p>
          <a:p>
            <a:pPr marL="0" marR="0" lvl="0" indent="0" algn="l" rtl="0">
              <a:spcBef>
                <a:spcPts val="0"/>
              </a:spcBef>
              <a:spcAft>
                <a:spcPts val="0"/>
              </a:spcAft>
              <a:buNone/>
            </a:pPr>
            <a:r>
              <a:rPr lang="en-US" sz="1800">
                <a:solidFill>
                  <a:srgbClr val="0070C0"/>
                </a:solidFill>
                <a:latin typeface="Gill Sans"/>
                <a:ea typeface="Gill Sans"/>
                <a:cs typeface="Gill Sans"/>
                <a:sym typeface="Gill Sans"/>
              </a:rPr>
              <a:t>class sklearn.ensemble.RandomForestClassifier(n_estimators=10, criterion=’gini’, max_depth=None, min_samples_split=2, min_samples_leaf=1, min_weight_fraction_leaf=0.0, max_features=’auto’, max_leaf_nodes=None, min_impurity_decrease=0.0, min_impurity_split=None, bootstrap=True, oob_score=False, n_jobs=1, random_state=None, verbose=0, warm_start=False, class_weight=None)[source]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16"/>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r>
              <a:rPr lang="en-US"/>
              <a:t>N_ESTIMATORS</a:t>
            </a:r>
            <a:endParaRPr/>
          </a:p>
        </p:txBody>
      </p:sp>
      <p:sp>
        <p:nvSpPr>
          <p:cNvPr id="259" name="Google Shape;259;p16"/>
          <p:cNvSpPr txBox="1">
            <a:spLocks noGrp="1"/>
          </p:cNvSpPr>
          <p:nvPr>
            <p:ph type="body" idx="1"/>
          </p:nvPr>
        </p:nvSpPr>
        <p:spPr>
          <a:xfrm>
            <a:off x="0" y="891539"/>
            <a:ext cx="9144000" cy="3971405"/>
          </a:xfrm>
          <a:prstGeom prst="rect">
            <a:avLst/>
          </a:prstGeom>
          <a:noFill/>
          <a:ln>
            <a:noFill/>
          </a:ln>
        </p:spPr>
        <p:txBody>
          <a:bodyPr spcFirstLastPara="1" wrap="square" lIns="91425" tIns="45700" rIns="91425" bIns="45700" anchor="t" anchorCtr="0">
            <a:normAutofit/>
          </a:bodyPr>
          <a:lstStyle/>
          <a:p>
            <a:pPr marL="171450" lvl="0" indent="-171450" algn="l" rtl="0">
              <a:lnSpc>
                <a:spcPct val="100000"/>
              </a:lnSpc>
              <a:spcBef>
                <a:spcPts val="0"/>
              </a:spcBef>
              <a:spcAft>
                <a:spcPts val="0"/>
              </a:spcAft>
              <a:buSzPts val="1600"/>
              <a:buChar char="•"/>
            </a:pPr>
            <a:r>
              <a:rPr lang="en-US" sz="1600"/>
              <a:t>is the </a:t>
            </a:r>
            <a:r>
              <a:rPr lang="en-US" sz="1600">
                <a:highlight>
                  <a:srgbClr val="FFFF00"/>
                </a:highlight>
              </a:rPr>
              <a:t>number of trees </a:t>
            </a:r>
            <a:r>
              <a:rPr lang="en-US" sz="1600"/>
              <a:t>in the forest. </a:t>
            </a:r>
            <a:endParaRPr/>
          </a:p>
          <a:p>
            <a:pPr marL="171450" lvl="0" indent="-69850" algn="l" rtl="0">
              <a:lnSpc>
                <a:spcPct val="100000"/>
              </a:lnSpc>
              <a:spcBef>
                <a:spcPts val="750"/>
              </a:spcBef>
              <a:spcAft>
                <a:spcPts val="0"/>
              </a:spcAft>
              <a:buSzPts val="1600"/>
              <a:buNone/>
            </a:pPr>
            <a:endParaRPr sz="1600"/>
          </a:p>
          <a:p>
            <a:pPr marL="171450" lvl="0" indent="-171450" algn="l" rtl="0">
              <a:lnSpc>
                <a:spcPct val="100000"/>
              </a:lnSpc>
              <a:spcBef>
                <a:spcPts val="750"/>
              </a:spcBef>
              <a:spcAft>
                <a:spcPts val="0"/>
              </a:spcAft>
              <a:buSzPts val="1600"/>
              <a:buChar char="•"/>
            </a:pPr>
            <a:r>
              <a:rPr lang="en-US" sz="1600"/>
              <a:t>The larger the better, but also the longer it will take to compute. </a:t>
            </a:r>
            <a:endParaRPr/>
          </a:p>
          <a:p>
            <a:pPr marL="171450" lvl="0" indent="-69850" algn="l" rtl="0">
              <a:lnSpc>
                <a:spcPct val="100000"/>
              </a:lnSpc>
              <a:spcBef>
                <a:spcPts val="750"/>
              </a:spcBef>
              <a:spcAft>
                <a:spcPts val="0"/>
              </a:spcAft>
              <a:buSzPts val="1600"/>
              <a:buNone/>
            </a:pPr>
            <a:endParaRPr sz="1600"/>
          </a:p>
          <a:p>
            <a:pPr marL="171450" lvl="0" indent="-171450" algn="l" rtl="0">
              <a:lnSpc>
                <a:spcPct val="100000"/>
              </a:lnSpc>
              <a:spcBef>
                <a:spcPts val="750"/>
              </a:spcBef>
              <a:spcAft>
                <a:spcPts val="0"/>
              </a:spcAft>
              <a:buSzPts val="1600"/>
              <a:buChar char="•"/>
            </a:pPr>
            <a:r>
              <a:rPr lang="en-US" sz="1600"/>
              <a:t>In addition, note that results will stop getting significantly better beyond a critical number of trees. </a:t>
            </a:r>
            <a:endParaRPr/>
          </a:p>
          <a:p>
            <a:pPr marL="171450" lvl="0" indent="-69850" algn="l" rtl="0">
              <a:lnSpc>
                <a:spcPct val="100000"/>
              </a:lnSpc>
              <a:spcBef>
                <a:spcPts val="750"/>
              </a:spcBef>
              <a:spcAft>
                <a:spcPts val="0"/>
              </a:spcAft>
              <a:buSzPts val="1600"/>
              <a:buNone/>
            </a:pPr>
            <a:endParaRPr sz="1600"/>
          </a:p>
          <a:p>
            <a:pPr marL="171450" lvl="0" indent="-171450" algn="l" rtl="0">
              <a:lnSpc>
                <a:spcPct val="100000"/>
              </a:lnSpc>
              <a:spcBef>
                <a:spcPts val="750"/>
              </a:spcBef>
              <a:spcAft>
                <a:spcPts val="0"/>
              </a:spcAft>
              <a:buSzPts val="1600"/>
              <a:buChar char="•"/>
            </a:pPr>
            <a:r>
              <a:rPr lang="en-US" sz="1600">
                <a:highlight>
                  <a:srgbClr val="FFFF00"/>
                </a:highlight>
              </a:rPr>
              <a:t>Default = 10</a:t>
            </a:r>
            <a:endParaRPr/>
          </a:p>
        </p:txBody>
      </p:sp>
      <p:sp>
        <p:nvSpPr>
          <p:cNvPr id="260" name="Google Shape;260;p16"/>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261" name="Google Shape;261;p16"/>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17"/>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r>
              <a:rPr lang="en-US"/>
              <a:t>MAX_FEATURES</a:t>
            </a:r>
            <a:endParaRPr/>
          </a:p>
        </p:txBody>
      </p:sp>
      <p:sp>
        <p:nvSpPr>
          <p:cNvPr id="267" name="Google Shape;267;p17"/>
          <p:cNvSpPr txBox="1">
            <a:spLocks noGrp="1"/>
          </p:cNvSpPr>
          <p:nvPr>
            <p:ph type="body" idx="1"/>
          </p:nvPr>
        </p:nvSpPr>
        <p:spPr>
          <a:xfrm>
            <a:off x="0" y="891539"/>
            <a:ext cx="9144000" cy="3971405"/>
          </a:xfrm>
          <a:prstGeom prst="rect">
            <a:avLst/>
          </a:prstGeom>
          <a:noFill/>
          <a:ln>
            <a:noFill/>
          </a:ln>
        </p:spPr>
        <p:txBody>
          <a:bodyPr spcFirstLastPara="1" wrap="square" lIns="91425" tIns="45700" rIns="91425" bIns="45700" anchor="t" anchorCtr="0">
            <a:normAutofit/>
          </a:bodyPr>
          <a:lstStyle/>
          <a:p>
            <a:pPr marL="171450" lvl="0" indent="-171450" algn="l" rtl="0">
              <a:lnSpc>
                <a:spcPct val="100000"/>
              </a:lnSpc>
              <a:spcBef>
                <a:spcPts val="0"/>
              </a:spcBef>
              <a:spcAft>
                <a:spcPts val="0"/>
              </a:spcAft>
              <a:buSzPts val="1600"/>
              <a:buChar char="•"/>
            </a:pPr>
            <a:r>
              <a:rPr lang="en-US" sz="1600"/>
              <a:t>is the size of the </a:t>
            </a:r>
            <a:r>
              <a:rPr lang="en-US" sz="1600">
                <a:highlight>
                  <a:srgbClr val="FFFF00"/>
                </a:highlight>
              </a:rPr>
              <a:t>random subsets of features </a:t>
            </a:r>
            <a:r>
              <a:rPr lang="en-US" sz="1600"/>
              <a:t>to consider </a:t>
            </a:r>
            <a:r>
              <a:rPr lang="en-US" sz="1600">
                <a:highlight>
                  <a:srgbClr val="FFFF00"/>
                </a:highlight>
              </a:rPr>
              <a:t>when splitting a node</a:t>
            </a:r>
            <a:r>
              <a:rPr lang="en-US" sz="1600"/>
              <a:t>. </a:t>
            </a:r>
            <a:endParaRPr/>
          </a:p>
          <a:p>
            <a:pPr marL="171450" lvl="0" indent="-69850" algn="l" rtl="0">
              <a:lnSpc>
                <a:spcPct val="100000"/>
              </a:lnSpc>
              <a:spcBef>
                <a:spcPts val="750"/>
              </a:spcBef>
              <a:spcAft>
                <a:spcPts val="0"/>
              </a:spcAft>
              <a:buSzPts val="1600"/>
              <a:buNone/>
            </a:pPr>
            <a:endParaRPr sz="1600"/>
          </a:p>
          <a:p>
            <a:pPr marL="171450" lvl="0" indent="-171450" algn="l" rtl="0">
              <a:lnSpc>
                <a:spcPct val="100000"/>
              </a:lnSpc>
              <a:spcBef>
                <a:spcPts val="750"/>
              </a:spcBef>
              <a:spcAft>
                <a:spcPts val="0"/>
              </a:spcAft>
              <a:buSzPts val="1600"/>
              <a:buChar char="•"/>
            </a:pPr>
            <a:r>
              <a:rPr lang="en-US" sz="1600"/>
              <a:t>The lower, the greater the reduction of variance,</a:t>
            </a:r>
            <a:endParaRPr/>
          </a:p>
          <a:p>
            <a:pPr marL="171450" lvl="0" indent="-69850" algn="l" rtl="0">
              <a:lnSpc>
                <a:spcPct val="100000"/>
              </a:lnSpc>
              <a:spcBef>
                <a:spcPts val="750"/>
              </a:spcBef>
              <a:spcAft>
                <a:spcPts val="0"/>
              </a:spcAft>
              <a:buSzPts val="1600"/>
              <a:buNone/>
            </a:pPr>
            <a:endParaRPr sz="1600"/>
          </a:p>
          <a:p>
            <a:pPr marL="171450" lvl="0" indent="-171450" algn="l" rtl="0">
              <a:lnSpc>
                <a:spcPct val="100000"/>
              </a:lnSpc>
              <a:spcBef>
                <a:spcPts val="750"/>
              </a:spcBef>
              <a:spcAft>
                <a:spcPts val="0"/>
              </a:spcAft>
              <a:buSzPts val="1600"/>
              <a:buChar char="•"/>
            </a:pPr>
            <a:r>
              <a:rPr lang="en-US" sz="1600"/>
              <a:t>Empirical good default values are </a:t>
            </a:r>
            <a:endParaRPr/>
          </a:p>
          <a:p>
            <a:pPr marL="342900" lvl="1" indent="-171450" algn="l" rtl="0">
              <a:lnSpc>
                <a:spcPct val="100000"/>
              </a:lnSpc>
              <a:spcBef>
                <a:spcPts val="750"/>
              </a:spcBef>
              <a:spcAft>
                <a:spcPts val="0"/>
              </a:spcAft>
              <a:buSzPts val="1600"/>
              <a:buChar char="•"/>
            </a:pPr>
            <a:r>
              <a:rPr lang="en-US" sz="1600">
                <a:solidFill>
                  <a:srgbClr val="0070C0"/>
                </a:solidFill>
              </a:rPr>
              <a:t>max_features=n_features </a:t>
            </a:r>
            <a:r>
              <a:rPr lang="en-US" sz="1600"/>
              <a:t>for </a:t>
            </a:r>
            <a:r>
              <a:rPr lang="en-US" sz="1600">
                <a:solidFill>
                  <a:srgbClr val="0070C0"/>
                </a:solidFill>
              </a:rPr>
              <a:t>regression</a:t>
            </a:r>
            <a:r>
              <a:rPr lang="en-US" sz="1600"/>
              <a:t> problems, </a:t>
            </a:r>
            <a:endParaRPr/>
          </a:p>
          <a:p>
            <a:pPr marL="342900" lvl="1" indent="-171450" algn="l" rtl="0">
              <a:lnSpc>
                <a:spcPct val="100000"/>
              </a:lnSpc>
              <a:spcBef>
                <a:spcPts val="750"/>
              </a:spcBef>
              <a:spcAft>
                <a:spcPts val="0"/>
              </a:spcAft>
              <a:buSzPts val="1600"/>
              <a:buChar char="•"/>
            </a:pPr>
            <a:r>
              <a:rPr lang="en-US" sz="1600">
                <a:solidFill>
                  <a:srgbClr val="0070C0"/>
                </a:solidFill>
              </a:rPr>
              <a:t>max_features=sqrt(n_features) </a:t>
            </a:r>
            <a:r>
              <a:rPr lang="en-US" sz="1600"/>
              <a:t>for </a:t>
            </a:r>
            <a:r>
              <a:rPr lang="en-US" sz="1600">
                <a:solidFill>
                  <a:srgbClr val="0070C0"/>
                </a:solidFill>
              </a:rPr>
              <a:t>classification</a:t>
            </a:r>
            <a:r>
              <a:rPr lang="en-US" sz="1600"/>
              <a:t> tasks </a:t>
            </a:r>
            <a:endParaRPr/>
          </a:p>
          <a:p>
            <a:pPr marL="171450" lvl="1" indent="0" algn="l" rtl="0">
              <a:lnSpc>
                <a:spcPct val="100000"/>
              </a:lnSpc>
              <a:spcBef>
                <a:spcPts val="750"/>
              </a:spcBef>
              <a:spcAft>
                <a:spcPts val="0"/>
              </a:spcAft>
              <a:buSzPts val="1600"/>
              <a:buNone/>
            </a:pPr>
            <a:r>
              <a:rPr lang="en-US" sz="1600"/>
              <a:t>(where </a:t>
            </a:r>
            <a:r>
              <a:rPr lang="en-US" sz="1600">
                <a:solidFill>
                  <a:srgbClr val="0070C0"/>
                </a:solidFill>
              </a:rPr>
              <a:t>n_features </a:t>
            </a:r>
            <a:r>
              <a:rPr lang="en-US" sz="1600"/>
              <a:t>is the number of features in the data).</a:t>
            </a:r>
            <a:endParaRPr/>
          </a:p>
        </p:txBody>
      </p:sp>
      <p:sp>
        <p:nvSpPr>
          <p:cNvPr id="268" name="Google Shape;268;p17"/>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269" name="Google Shape;269;p17"/>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17</a:t>
            </a:fld>
            <a:endParaRPr/>
          </a:p>
        </p:txBody>
      </p:sp>
      <p:sp>
        <p:nvSpPr>
          <p:cNvPr id="270" name="Google Shape;270;p17"/>
          <p:cNvSpPr/>
          <p:nvPr/>
        </p:nvSpPr>
        <p:spPr>
          <a:xfrm>
            <a:off x="5341620" y="1494692"/>
            <a:ext cx="3688080" cy="3094893"/>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0"/>
                </a:moveTo>
                <a:close/>
                <a:lnTo>
                  <a:pt x="-10000" y="120000"/>
                </a:lnTo>
              </a:path>
              <a:path w="120000" h="120000" fill="none" extrusionOk="0">
                <a:moveTo>
                  <a:pt x="-10000" y="22500"/>
                </a:moveTo>
                <a:lnTo>
                  <a:pt x="-20000" y="22500"/>
                </a:lnTo>
                <a:lnTo>
                  <a:pt x="-123656" y="22916"/>
                </a:lnTo>
              </a:path>
            </a:pathLst>
          </a:custGeom>
          <a:gradFill>
            <a:gsLst>
              <a:gs pos="0">
                <a:srgbClr val="FCBD82"/>
              </a:gs>
              <a:gs pos="100000">
                <a:srgbClr val="FDBB7B"/>
              </a:gs>
            </a:gsLst>
            <a:lin ang="5400000" scaled="0"/>
          </a:gra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400">
                <a:solidFill>
                  <a:schemeClr val="dk1"/>
                </a:solidFill>
                <a:latin typeface="Gill Sans"/>
                <a:ea typeface="Gill Sans"/>
                <a:cs typeface="Gill Sans"/>
                <a:sym typeface="Gill Sans"/>
              </a:rPr>
              <a:t>If int, then consider </a:t>
            </a:r>
            <a:r>
              <a:rPr lang="en-US" sz="1400">
                <a:solidFill>
                  <a:srgbClr val="0070C0"/>
                </a:solidFill>
                <a:latin typeface="Gill Sans"/>
                <a:ea typeface="Gill Sans"/>
                <a:cs typeface="Gill Sans"/>
                <a:sym typeface="Gill Sans"/>
              </a:rPr>
              <a:t>max_features </a:t>
            </a:r>
            <a:r>
              <a:rPr lang="en-US" sz="1400">
                <a:solidFill>
                  <a:schemeClr val="dk1"/>
                </a:solidFill>
                <a:latin typeface="Gill Sans"/>
                <a:ea typeface="Gill Sans"/>
                <a:cs typeface="Gill Sans"/>
                <a:sym typeface="Gill Sans"/>
              </a:rPr>
              <a:t>features at each split.</a:t>
            </a:r>
            <a:endParaRPr/>
          </a:p>
          <a:p>
            <a:pPr marL="0" marR="0" lvl="0" indent="0" algn="l" rtl="0">
              <a:spcBef>
                <a:spcPts val="0"/>
              </a:spcBef>
              <a:spcAft>
                <a:spcPts val="0"/>
              </a:spcAft>
              <a:buNone/>
            </a:pPr>
            <a:endParaRPr sz="1400">
              <a:solidFill>
                <a:schemeClr val="dk1"/>
              </a:solidFill>
              <a:latin typeface="Gill Sans"/>
              <a:ea typeface="Gill Sans"/>
              <a:cs typeface="Gill Sans"/>
              <a:sym typeface="Gill Sans"/>
            </a:endParaRPr>
          </a:p>
          <a:p>
            <a:pPr marL="0" marR="0" lvl="0" indent="0" algn="l" rtl="0">
              <a:spcBef>
                <a:spcPts val="0"/>
              </a:spcBef>
              <a:spcAft>
                <a:spcPts val="0"/>
              </a:spcAft>
              <a:buNone/>
            </a:pPr>
            <a:r>
              <a:rPr lang="en-US" sz="1400">
                <a:solidFill>
                  <a:schemeClr val="dk1"/>
                </a:solidFill>
                <a:latin typeface="Gill Sans"/>
                <a:ea typeface="Gill Sans"/>
                <a:cs typeface="Gill Sans"/>
                <a:sym typeface="Gill Sans"/>
              </a:rPr>
              <a:t>If float, then max_features is a percentage and int(</a:t>
            </a:r>
            <a:r>
              <a:rPr lang="en-US" sz="1400">
                <a:solidFill>
                  <a:srgbClr val="0070C0"/>
                </a:solidFill>
                <a:latin typeface="Gill Sans"/>
                <a:ea typeface="Gill Sans"/>
                <a:cs typeface="Gill Sans"/>
                <a:sym typeface="Gill Sans"/>
              </a:rPr>
              <a:t>max_features </a:t>
            </a:r>
            <a:r>
              <a:rPr lang="en-US" sz="1400">
                <a:solidFill>
                  <a:schemeClr val="dk1"/>
                </a:solidFill>
                <a:latin typeface="Gill Sans"/>
                <a:ea typeface="Gill Sans"/>
                <a:cs typeface="Gill Sans"/>
                <a:sym typeface="Gill Sans"/>
              </a:rPr>
              <a:t>* </a:t>
            </a:r>
            <a:r>
              <a:rPr lang="en-US" sz="1400">
                <a:solidFill>
                  <a:srgbClr val="0070C0"/>
                </a:solidFill>
                <a:latin typeface="Gill Sans"/>
                <a:ea typeface="Gill Sans"/>
                <a:cs typeface="Gill Sans"/>
                <a:sym typeface="Gill Sans"/>
              </a:rPr>
              <a:t>n_features</a:t>
            </a:r>
            <a:r>
              <a:rPr lang="en-US" sz="1400">
                <a:solidFill>
                  <a:schemeClr val="dk1"/>
                </a:solidFill>
                <a:latin typeface="Gill Sans"/>
                <a:ea typeface="Gill Sans"/>
                <a:cs typeface="Gill Sans"/>
                <a:sym typeface="Gill Sans"/>
              </a:rPr>
              <a:t>) features are considered at each split.</a:t>
            </a:r>
            <a:endParaRPr/>
          </a:p>
          <a:p>
            <a:pPr marL="0" marR="0" lvl="0" indent="0" algn="l" rtl="0">
              <a:spcBef>
                <a:spcPts val="0"/>
              </a:spcBef>
              <a:spcAft>
                <a:spcPts val="0"/>
              </a:spcAft>
              <a:buNone/>
            </a:pPr>
            <a:endParaRPr sz="1400">
              <a:solidFill>
                <a:schemeClr val="dk1"/>
              </a:solidFill>
              <a:latin typeface="Gill Sans"/>
              <a:ea typeface="Gill Sans"/>
              <a:cs typeface="Gill Sans"/>
              <a:sym typeface="Gill Sans"/>
            </a:endParaRPr>
          </a:p>
          <a:p>
            <a:pPr marL="0" marR="0" lvl="0" indent="0" algn="l" rtl="0">
              <a:spcBef>
                <a:spcPts val="0"/>
              </a:spcBef>
              <a:spcAft>
                <a:spcPts val="0"/>
              </a:spcAft>
              <a:buNone/>
            </a:pPr>
            <a:r>
              <a:rPr lang="en-US" sz="1400">
                <a:solidFill>
                  <a:schemeClr val="dk1"/>
                </a:solidFill>
                <a:highlight>
                  <a:srgbClr val="FFFF00"/>
                </a:highlight>
                <a:latin typeface="Gill Sans"/>
                <a:ea typeface="Gill Sans"/>
                <a:cs typeface="Gill Sans"/>
                <a:sym typeface="Gill Sans"/>
              </a:rPr>
              <a:t>If “auto”, </a:t>
            </a:r>
            <a:r>
              <a:rPr lang="en-US" sz="1400">
                <a:solidFill>
                  <a:schemeClr val="dk1"/>
                </a:solidFill>
                <a:latin typeface="Gill Sans"/>
                <a:ea typeface="Gill Sans"/>
                <a:cs typeface="Gill Sans"/>
                <a:sym typeface="Gill Sans"/>
              </a:rPr>
              <a:t>then max_features=n_features.</a:t>
            </a:r>
            <a:endParaRPr/>
          </a:p>
          <a:p>
            <a:pPr marL="0" marR="0" lvl="0" indent="0" algn="l" rtl="0">
              <a:spcBef>
                <a:spcPts val="0"/>
              </a:spcBef>
              <a:spcAft>
                <a:spcPts val="0"/>
              </a:spcAft>
              <a:buNone/>
            </a:pPr>
            <a:endParaRPr sz="1400">
              <a:solidFill>
                <a:schemeClr val="dk1"/>
              </a:solidFill>
              <a:latin typeface="Gill Sans"/>
              <a:ea typeface="Gill Sans"/>
              <a:cs typeface="Gill Sans"/>
              <a:sym typeface="Gill Sans"/>
            </a:endParaRPr>
          </a:p>
          <a:p>
            <a:pPr marL="0" marR="0" lvl="0" indent="0" algn="l" rtl="0">
              <a:spcBef>
                <a:spcPts val="0"/>
              </a:spcBef>
              <a:spcAft>
                <a:spcPts val="0"/>
              </a:spcAft>
              <a:buNone/>
            </a:pPr>
            <a:r>
              <a:rPr lang="en-US" sz="1400">
                <a:solidFill>
                  <a:schemeClr val="dk1"/>
                </a:solidFill>
                <a:latin typeface="Gill Sans"/>
                <a:ea typeface="Gill Sans"/>
                <a:cs typeface="Gill Sans"/>
                <a:sym typeface="Gill Sans"/>
              </a:rPr>
              <a:t>If “</a:t>
            </a:r>
            <a:r>
              <a:rPr lang="en-US" sz="1400">
                <a:solidFill>
                  <a:schemeClr val="dk1"/>
                </a:solidFill>
                <a:highlight>
                  <a:srgbClr val="FFFF00"/>
                </a:highlight>
                <a:latin typeface="Gill Sans"/>
                <a:ea typeface="Gill Sans"/>
                <a:cs typeface="Gill Sans"/>
                <a:sym typeface="Gill Sans"/>
              </a:rPr>
              <a:t>sqrt</a:t>
            </a:r>
            <a:r>
              <a:rPr lang="en-US" sz="1400">
                <a:solidFill>
                  <a:schemeClr val="dk1"/>
                </a:solidFill>
                <a:latin typeface="Gill Sans"/>
                <a:ea typeface="Gill Sans"/>
                <a:cs typeface="Gill Sans"/>
                <a:sym typeface="Gill Sans"/>
              </a:rPr>
              <a:t>”, then max_features=sqrt(n_features).</a:t>
            </a:r>
            <a:endParaRPr/>
          </a:p>
          <a:p>
            <a:pPr marL="0" marR="0" lvl="0" indent="0" algn="l" rtl="0">
              <a:spcBef>
                <a:spcPts val="0"/>
              </a:spcBef>
              <a:spcAft>
                <a:spcPts val="0"/>
              </a:spcAft>
              <a:buNone/>
            </a:pPr>
            <a:endParaRPr sz="1400">
              <a:solidFill>
                <a:schemeClr val="dk1"/>
              </a:solidFill>
              <a:latin typeface="Gill Sans"/>
              <a:ea typeface="Gill Sans"/>
              <a:cs typeface="Gill Sans"/>
              <a:sym typeface="Gill Sans"/>
            </a:endParaRPr>
          </a:p>
          <a:p>
            <a:pPr marL="0" marR="0" lvl="0" indent="0" algn="l" rtl="0">
              <a:spcBef>
                <a:spcPts val="0"/>
              </a:spcBef>
              <a:spcAft>
                <a:spcPts val="0"/>
              </a:spcAft>
              <a:buNone/>
            </a:pPr>
            <a:r>
              <a:rPr lang="en-US" sz="1400">
                <a:solidFill>
                  <a:schemeClr val="dk1"/>
                </a:solidFill>
                <a:latin typeface="Gill Sans"/>
                <a:ea typeface="Gill Sans"/>
                <a:cs typeface="Gill Sans"/>
                <a:sym typeface="Gill Sans"/>
              </a:rPr>
              <a:t>If “log</a:t>
            </a:r>
            <a:r>
              <a:rPr lang="en-US" sz="1400" baseline="-25000">
                <a:solidFill>
                  <a:schemeClr val="dk1"/>
                </a:solidFill>
                <a:latin typeface="Gill Sans"/>
                <a:ea typeface="Gill Sans"/>
                <a:cs typeface="Gill Sans"/>
                <a:sym typeface="Gill Sans"/>
              </a:rPr>
              <a:t>2</a:t>
            </a:r>
            <a:r>
              <a:rPr lang="en-US" sz="1400">
                <a:solidFill>
                  <a:schemeClr val="dk1"/>
                </a:solidFill>
                <a:latin typeface="Gill Sans"/>
                <a:ea typeface="Gill Sans"/>
                <a:cs typeface="Gill Sans"/>
                <a:sym typeface="Gill Sans"/>
              </a:rPr>
              <a:t>”, then max_features=log</a:t>
            </a:r>
            <a:r>
              <a:rPr lang="en-US" sz="1400" baseline="-25000">
                <a:solidFill>
                  <a:schemeClr val="dk1"/>
                </a:solidFill>
                <a:latin typeface="Gill Sans"/>
                <a:ea typeface="Gill Sans"/>
                <a:cs typeface="Gill Sans"/>
                <a:sym typeface="Gill Sans"/>
              </a:rPr>
              <a:t>2</a:t>
            </a:r>
            <a:r>
              <a:rPr lang="en-US" sz="1400">
                <a:solidFill>
                  <a:schemeClr val="dk1"/>
                </a:solidFill>
                <a:latin typeface="Gill Sans"/>
                <a:ea typeface="Gill Sans"/>
                <a:cs typeface="Gill Sans"/>
                <a:sym typeface="Gill Sans"/>
              </a:rPr>
              <a:t>(n_features).</a:t>
            </a:r>
            <a:endParaRPr/>
          </a:p>
          <a:p>
            <a:pPr marL="0" marR="0" lvl="0" indent="0" algn="l" rtl="0">
              <a:spcBef>
                <a:spcPts val="0"/>
              </a:spcBef>
              <a:spcAft>
                <a:spcPts val="0"/>
              </a:spcAft>
              <a:buNone/>
            </a:pPr>
            <a:endParaRPr sz="1400">
              <a:solidFill>
                <a:schemeClr val="dk1"/>
              </a:solidFill>
              <a:latin typeface="Gill Sans"/>
              <a:ea typeface="Gill Sans"/>
              <a:cs typeface="Gill Sans"/>
              <a:sym typeface="Gill Sans"/>
            </a:endParaRPr>
          </a:p>
          <a:p>
            <a:pPr marL="0" marR="0" lvl="0" indent="0" algn="l" rtl="0">
              <a:spcBef>
                <a:spcPts val="0"/>
              </a:spcBef>
              <a:spcAft>
                <a:spcPts val="0"/>
              </a:spcAft>
              <a:buNone/>
            </a:pPr>
            <a:r>
              <a:rPr lang="en-US" sz="1400">
                <a:solidFill>
                  <a:schemeClr val="dk1"/>
                </a:solidFill>
                <a:latin typeface="Gill Sans"/>
                <a:ea typeface="Gill Sans"/>
                <a:cs typeface="Gill Sans"/>
                <a:sym typeface="Gill Sans"/>
              </a:rPr>
              <a:t>If None, then max_features=n_features</a:t>
            </a:r>
            <a:r>
              <a:rPr lang="en-US" sz="2000">
                <a:solidFill>
                  <a:schemeClr val="dk1"/>
                </a:solidFill>
                <a:latin typeface="Gill Sans"/>
                <a:ea typeface="Gill Sans"/>
                <a:cs typeface="Gill Sans"/>
                <a:sym typeface="Gill Sans"/>
              </a:rPr>
              <a: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18"/>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r>
              <a:rPr lang="en-US"/>
              <a:t>MAX_DEPTH </a:t>
            </a:r>
            <a:endParaRPr/>
          </a:p>
        </p:txBody>
      </p:sp>
      <p:sp>
        <p:nvSpPr>
          <p:cNvPr id="276" name="Google Shape;276;p18"/>
          <p:cNvSpPr txBox="1">
            <a:spLocks noGrp="1"/>
          </p:cNvSpPr>
          <p:nvPr>
            <p:ph type="body" idx="1"/>
          </p:nvPr>
        </p:nvSpPr>
        <p:spPr>
          <a:xfrm>
            <a:off x="0" y="891539"/>
            <a:ext cx="9144000" cy="3971405"/>
          </a:xfrm>
          <a:prstGeom prst="rect">
            <a:avLst/>
          </a:prstGeom>
          <a:noFill/>
          <a:ln>
            <a:noFill/>
          </a:ln>
        </p:spPr>
        <p:txBody>
          <a:bodyPr spcFirstLastPara="1" wrap="square" lIns="91425" tIns="45700" rIns="91425" bIns="45700" anchor="t" anchorCtr="0">
            <a:normAutofit/>
          </a:bodyPr>
          <a:lstStyle/>
          <a:p>
            <a:pPr marL="171450" lvl="0" indent="-171450" algn="l" rtl="0">
              <a:lnSpc>
                <a:spcPct val="100000"/>
              </a:lnSpc>
              <a:spcBef>
                <a:spcPts val="0"/>
              </a:spcBef>
              <a:spcAft>
                <a:spcPts val="0"/>
              </a:spcAft>
              <a:buSzPts val="1600"/>
              <a:buChar char="•"/>
            </a:pPr>
            <a:r>
              <a:rPr lang="en-US" sz="1600"/>
              <a:t>The maximum depth of the tree. </a:t>
            </a:r>
            <a:endParaRPr/>
          </a:p>
          <a:p>
            <a:pPr marL="171450" lvl="0" indent="-69850" algn="l" rtl="0">
              <a:lnSpc>
                <a:spcPct val="100000"/>
              </a:lnSpc>
              <a:spcBef>
                <a:spcPts val="750"/>
              </a:spcBef>
              <a:spcAft>
                <a:spcPts val="0"/>
              </a:spcAft>
              <a:buSzPts val="1600"/>
              <a:buNone/>
            </a:pPr>
            <a:endParaRPr sz="1600"/>
          </a:p>
          <a:p>
            <a:pPr marL="171450" lvl="0" indent="-171450" algn="l" rtl="0">
              <a:lnSpc>
                <a:spcPct val="100000"/>
              </a:lnSpc>
              <a:spcBef>
                <a:spcPts val="750"/>
              </a:spcBef>
              <a:spcAft>
                <a:spcPts val="0"/>
              </a:spcAft>
              <a:buSzPts val="1600"/>
              <a:buChar char="•"/>
            </a:pPr>
            <a:r>
              <a:rPr lang="en-US" sz="1600">
                <a:solidFill>
                  <a:srgbClr val="0070C0"/>
                </a:solidFill>
              </a:rPr>
              <a:t>integer</a:t>
            </a:r>
            <a:r>
              <a:rPr lang="en-US" sz="1600"/>
              <a:t> or </a:t>
            </a:r>
            <a:r>
              <a:rPr lang="en-US" sz="1600">
                <a:solidFill>
                  <a:srgbClr val="0070C0"/>
                </a:solidFill>
              </a:rPr>
              <a:t>None</a:t>
            </a:r>
            <a:r>
              <a:rPr lang="en-US" sz="1600"/>
              <a:t>, optional (</a:t>
            </a:r>
            <a:r>
              <a:rPr lang="en-US" sz="1600">
                <a:highlight>
                  <a:srgbClr val="FFFF00"/>
                </a:highlight>
              </a:rPr>
              <a:t>default=None</a:t>
            </a:r>
            <a:r>
              <a:rPr lang="en-US" sz="1600"/>
              <a:t>)</a:t>
            </a:r>
            <a:endParaRPr/>
          </a:p>
          <a:p>
            <a:pPr marL="171450" lvl="0" indent="-69850" algn="l" rtl="0">
              <a:lnSpc>
                <a:spcPct val="100000"/>
              </a:lnSpc>
              <a:spcBef>
                <a:spcPts val="750"/>
              </a:spcBef>
              <a:spcAft>
                <a:spcPts val="0"/>
              </a:spcAft>
              <a:buSzPts val="1600"/>
              <a:buNone/>
            </a:pPr>
            <a:endParaRPr sz="1600"/>
          </a:p>
          <a:p>
            <a:pPr marL="171450" lvl="0" indent="-171450" algn="l" rtl="0">
              <a:lnSpc>
                <a:spcPct val="100000"/>
              </a:lnSpc>
              <a:spcBef>
                <a:spcPts val="750"/>
              </a:spcBef>
              <a:spcAft>
                <a:spcPts val="0"/>
              </a:spcAft>
              <a:buSzPts val="1600"/>
              <a:buChar char="•"/>
            </a:pPr>
            <a:r>
              <a:rPr lang="en-US" sz="1600"/>
              <a:t>If </a:t>
            </a:r>
            <a:r>
              <a:rPr lang="en-US" sz="1600">
                <a:solidFill>
                  <a:srgbClr val="0070C0"/>
                </a:solidFill>
              </a:rPr>
              <a:t>None</a:t>
            </a:r>
            <a:r>
              <a:rPr lang="en-US" sz="1600"/>
              <a:t>, then nodes are expanded until all leaves are pure or until all leaves contain less than </a:t>
            </a:r>
            <a:r>
              <a:rPr lang="en-US" sz="1600">
                <a:solidFill>
                  <a:srgbClr val="0070C0"/>
                </a:solidFill>
              </a:rPr>
              <a:t>min_samples_split </a:t>
            </a:r>
            <a:r>
              <a:rPr lang="en-US" sz="1600"/>
              <a:t>samples.</a:t>
            </a:r>
            <a:endParaRPr/>
          </a:p>
        </p:txBody>
      </p:sp>
      <p:sp>
        <p:nvSpPr>
          <p:cNvPr id="277" name="Google Shape;277;p18"/>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278" name="Google Shape;278;p18"/>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9"/>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r>
              <a:rPr lang="en-US"/>
              <a:t>MIN_SAMPLES_SPLIT </a:t>
            </a:r>
            <a:endParaRPr/>
          </a:p>
        </p:txBody>
      </p:sp>
      <p:sp>
        <p:nvSpPr>
          <p:cNvPr id="284" name="Google Shape;284;p19"/>
          <p:cNvSpPr txBox="1">
            <a:spLocks noGrp="1"/>
          </p:cNvSpPr>
          <p:nvPr>
            <p:ph type="body" idx="1"/>
          </p:nvPr>
        </p:nvSpPr>
        <p:spPr>
          <a:xfrm>
            <a:off x="0" y="891539"/>
            <a:ext cx="9144000" cy="3971405"/>
          </a:xfrm>
          <a:prstGeom prst="rect">
            <a:avLst/>
          </a:prstGeom>
          <a:noFill/>
          <a:ln>
            <a:noFill/>
          </a:ln>
        </p:spPr>
        <p:txBody>
          <a:bodyPr spcFirstLastPara="1" wrap="square" lIns="91425" tIns="45700" rIns="91425" bIns="45700" anchor="t" anchorCtr="0">
            <a:normAutofit/>
          </a:bodyPr>
          <a:lstStyle/>
          <a:p>
            <a:pPr marL="171450" lvl="0" indent="-171450" algn="l" rtl="0">
              <a:lnSpc>
                <a:spcPct val="100000"/>
              </a:lnSpc>
              <a:spcBef>
                <a:spcPts val="0"/>
              </a:spcBef>
              <a:spcAft>
                <a:spcPts val="0"/>
              </a:spcAft>
              <a:buSzPts val="1600"/>
              <a:buChar char="•"/>
            </a:pPr>
            <a:r>
              <a:rPr lang="en-US" sz="1600"/>
              <a:t>The minimum number of samples required to split an internal node:</a:t>
            </a:r>
            <a:endParaRPr/>
          </a:p>
          <a:p>
            <a:pPr marL="171450" lvl="0" indent="-171450" algn="l" rtl="0">
              <a:lnSpc>
                <a:spcPct val="100000"/>
              </a:lnSpc>
              <a:spcBef>
                <a:spcPts val="750"/>
              </a:spcBef>
              <a:spcAft>
                <a:spcPts val="0"/>
              </a:spcAft>
              <a:buSzPts val="1600"/>
              <a:buChar char="•"/>
            </a:pPr>
            <a:r>
              <a:rPr lang="en-US" sz="1600"/>
              <a:t>int, float, optional (</a:t>
            </a:r>
            <a:r>
              <a:rPr lang="en-US" sz="1600">
                <a:highlight>
                  <a:srgbClr val="FFFF00"/>
                </a:highlight>
              </a:rPr>
              <a:t>default=2</a:t>
            </a:r>
            <a:r>
              <a:rPr lang="en-US" sz="1600"/>
              <a:t>)</a:t>
            </a:r>
            <a:endParaRPr/>
          </a:p>
          <a:p>
            <a:pPr marL="171450" lvl="0" indent="-69850" algn="l" rtl="0">
              <a:lnSpc>
                <a:spcPct val="100000"/>
              </a:lnSpc>
              <a:spcBef>
                <a:spcPts val="750"/>
              </a:spcBef>
              <a:spcAft>
                <a:spcPts val="0"/>
              </a:spcAft>
              <a:buSzPts val="1600"/>
              <a:buNone/>
            </a:pPr>
            <a:endParaRPr sz="1600"/>
          </a:p>
          <a:p>
            <a:pPr marL="171450" lvl="0" indent="-171450" algn="l" rtl="0">
              <a:lnSpc>
                <a:spcPct val="100000"/>
              </a:lnSpc>
              <a:spcBef>
                <a:spcPts val="750"/>
              </a:spcBef>
              <a:spcAft>
                <a:spcPts val="0"/>
              </a:spcAft>
              <a:buSzPts val="1600"/>
              <a:buChar char="•"/>
            </a:pPr>
            <a:r>
              <a:rPr lang="en-US" sz="1600"/>
              <a:t>If int, then consider </a:t>
            </a:r>
            <a:r>
              <a:rPr lang="en-US" sz="1600">
                <a:solidFill>
                  <a:srgbClr val="0070C0"/>
                </a:solidFill>
              </a:rPr>
              <a:t>min_samples_split </a:t>
            </a:r>
            <a:r>
              <a:rPr lang="en-US" sz="1600"/>
              <a:t>as the minimum number.</a:t>
            </a:r>
            <a:endParaRPr/>
          </a:p>
          <a:p>
            <a:pPr marL="171450" lvl="0" indent="-171450" algn="l" rtl="0">
              <a:lnSpc>
                <a:spcPct val="100000"/>
              </a:lnSpc>
              <a:spcBef>
                <a:spcPts val="750"/>
              </a:spcBef>
              <a:spcAft>
                <a:spcPts val="0"/>
              </a:spcAft>
              <a:buSzPts val="1600"/>
              <a:buChar char="•"/>
            </a:pPr>
            <a:r>
              <a:rPr lang="en-US" sz="1600"/>
              <a:t>If float, then </a:t>
            </a:r>
            <a:r>
              <a:rPr lang="en-US" sz="1600">
                <a:solidFill>
                  <a:srgbClr val="0070C0"/>
                </a:solidFill>
              </a:rPr>
              <a:t>min_samples_split</a:t>
            </a:r>
            <a:r>
              <a:rPr lang="en-US" sz="1600"/>
              <a:t> is a percentage and ceil(min_samples_split * n_samples) are the minimum number of samples for each split.</a:t>
            </a:r>
            <a:endParaRPr/>
          </a:p>
        </p:txBody>
      </p:sp>
      <p:sp>
        <p:nvSpPr>
          <p:cNvPr id="285" name="Google Shape;285;p19"/>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286" name="Google Shape;286;p19"/>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20"/>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r>
              <a:rPr lang="en-US"/>
              <a:t>WARM_START</a:t>
            </a:r>
            <a:endParaRPr/>
          </a:p>
        </p:txBody>
      </p:sp>
      <p:sp>
        <p:nvSpPr>
          <p:cNvPr id="292" name="Google Shape;292;p20"/>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293" name="Google Shape;293;p20"/>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20</a:t>
            </a:fld>
            <a:endParaRPr/>
          </a:p>
        </p:txBody>
      </p:sp>
      <p:sp>
        <p:nvSpPr>
          <p:cNvPr id="294" name="Google Shape;294;p20"/>
          <p:cNvSpPr/>
          <p:nvPr/>
        </p:nvSpPr>
        <p:spPr>
          <a:xfrm>
            <a:off x="140676" y="891540"/>
            <a:ext cx="8932986" cy="181588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0070C0"/>
                </a:solidFill>
                <a:latin typeface="Gill Sans"/>
                <a:ea typeface="Gill Sans"/>
                <a:cs typeface="Gill Sans"/>
                <a:sym typeface="Gill Sans"/>
              </a:rPr>
              <a:t>class sklearn.ensemble.RandomForestClassifier(n_estimators=10, criterion=’gini’, max_depth=None, min_samples_split=2, min_samples_leaf=1, min_weight_fraction_leaf=0.0, max_features=’auto’, max_leaf_nodes=None, min_impurity_decrease=0.0, min_impurity_split=None, bootstrap=True, oob_score=False, n_jobs=1, random_state=None, verbose=0, </a:t>
            </a:r>
            <a:r>
              <a:rPr lang="en-US" sz="1600">
                <a:solidFill>
                  <a:srgbClr val="0070C0"/>
                </a:solidFill>
                <a:highlight>
                  <a:srgbClr val="FFFF00"/>
                </a:highlight>
                <a:latin typeface="Gill Sans"/>
                <a:ea typeface="Gill Sans"/>
                <a:cs typeface="Gill Sans"/>
                <a:sym typeface="Gill Sans"/>
              </a:rPr>
              <a:t>warm_start</a:t>
            </a:r>
            <a:r>
              <a:rPr lang="en-US" sz="1600">
                <a:solidFill>
                  <a:srgbClr val="0070C0"/>
                </a:solidFill>
                <a:latin typeface="Gill Sans"/>
                <a:ea typeface="Gill Sans"/>
                <a:cs typeface="Gill Sans"/>
                <a:sym typeface="Gill Sans"/>
              </a:rPr>
              <a:t>=False, class_weight=None)[source]</a:t>
            </a:r>
            <a:endParaRPr/>
          </a:p>
          <a:p>
            <a:pPr marL="0" marR="0" lvl="0" indent="0" algn="l" rtl="0">
              <a:spcBef>
                <a:spcPts val="0"/>
              </a:spcBef>
              <a:spcAft>
                <a:spcPts val="0"/>
              </a:spcAft>
              <a:buNone/>
            </a:pPr>
            <a:endParaRPr sz="1600">
              <a:solidFill>
                <a:srgbClr val="0070C0"/>
              </a:solidFill>
              <a:latin typeface="Gill Sans"/>
              <a:ea typeface="Gill Sans"/>
              <a:cs typeface="Gill Sans"/>
              <a:sym typeface="Gill Sans"/>
            </a:endParaRPr>
          </a:p>
          <a:p>
            <a:pPr marL="0" marR="0" lvl="0" indent="0" algn="l" rtl="0">
              <a:spcBef>
                <a:spcPts val="0"/>
              </a:spcBef>
              <a:spcAft>
                <a:spcPts val="0"/>
              </a:spcAft>
              <a:buNone/>
            </a:pPr>
            <a:r>
              <a:rPr lang="en-US" sz="1600">
                <a:solidFill>
                  <a:srgbClr val="FF0000"/>
                </a:solidFill>
                <a:latin typeface="Gill Sans"/>
                <a:ea typeface="Gill Sans"/>
                <a:cs typeface="Gill Sans"/>
                <a:sym typeface="Gill Sans"/>
              </a:rPr>
              <a:t>Add the explanation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21"/>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r>
              <a:rPr lang="en-US"/>
              <a:t>OOB_SCORE</a:t>
            </a:r>
            <a:endParaRPr/>
          </a:p>
        </p:txBody>
      </p:sp>
      <p:sp>
        <p:nvSpPr>
          <p:cNvPr id="300" name="Google Shape;300;p21"/>
          <p:cNvSpPr txBox="1">
            <a:spLocks noGrp="1"/>
          </p:cNvSpPr>
          <p:nvPr>
            <p:ph type="body" idx="1"/>
          </p:nvPr>
        </p:nvSpPr>
        <p:spPr>
          <a:xfrm>
            <a:off x="0" y="891539"/>
            <a:ext cx="9144000" cy="397140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600"/>
              <a:buNone/>
            </a:pPr>
            <a:r>
              <a:rPr lang="en-US" sz="1600">
                <a:solidFill>
                  <a:srgbClr val="0070C0"/>
                </a:solidFill>
              </a:rPr>
              <a:t>oob_score </a:t>
            </a:r>
            <a:r>
              <a:rPr lang="en-US" sz="1600"/>
              <a:t>: bool (</a:t>
            </a:r>
            <a:r>
              <a:rPr lang="en-US" sz="1600">
                <a:highlight>
                  <a:srgbClr val="FFFF00"/>
                </a:highlight>
              </a:rPr>
              <a:t>default=False</a:t>
            </a:r>
            <a:r>
              <a:rPr lang="en-US" sz="1600"/>
              <a:t>)</a:t>
            </a:r>
            <a:endParaRPr/>
          </a:p>
          <a:p>
            <a:pPr marL="0" lvl="0" indent="0" algn="l" rtl="0">
              <a:lnSpc>
                <a:spcPct val="100000"/>
              </a:lnSpc>
              <a:spcBef>
                <a:spcPts val="750"/>
              </a:spcBef>
              <a:spcAft>
                <a:spcPts val="0"/>
              </a:spcAft>
              <a:buSzPts val="1600"/>
              <a:buNone/>
            </a:pPr>
            <a:r>
              <a:rPr lang="en-US" sz="1600"/>
              <a:t>Whether to use </a:t>
            </a:r>
            <a:r>
              <a:rPr lang="en-US" sz="1600">
                <a:solidFill>
                  <a:srgbClr val="0070C0"/>
                </a:solidFill>
              </a:rPr>
              <a:t>out-of-bag</a:t>
            </a:r>
            <a:r>
              <a:rPr lang="en-US" sz="1600"/>
              <a:t> samples to estimate the generalization accuracy.</a:t>
            </a:r>
            <a:endParaRPr/>
          </a:p>
        </p:txBody>
      </p:sp>
      <p:sp>
        <p:nvSpPr>
          <p:cNvPr id="301" name="Google Shape;301;p21"/>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302" name="Google Shape;302;p21"/>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22"/>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r>
              <a:rPr lang="en-US"/>
              <a:t>APPLICATION OF RANDOM FOREST</a:t>
            </a:r>
            <a:endParaRPr/>
          </a:p>
        </p:txBody>
      </p:sp>
      <p:graphicFrame>
        <p:nvGraphicFramePr>
          <p:cNvPr id="308" name="Google Shape;308;p22"/>
          <p:cNvGraphicFramePr/>
          <p:nvPr/>
        </p:nvGraphicFramePr>
        <p:xfrm>
          <a:off x="0" y="892175"/>
          <a:ext cx="3000000" cy="3000000"/>
        </p:xfrm>
        <a:graphic>
          <a:graphicData uri="http://schemas.openxmlformats.org/drawingml/2006/table">
            <a:tbl>
              <a:tblPr firstRow="1" bandRow="1">
                <a:noFill/>
                <a:tableStyleId>{83B48A69-2272-48FE-9D3E-C39C44B4330A}</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370850">
                <a:tc>
                  <a:txBody>
                    <a:bodyPr/>
                    <a:lstStyle/>
                    <a:p>
                      <a:pPr marL="0" marR="0" lvl="0" indent="0" algn="l" rtl="0">
                        <a:spcBef>
                          <a:spcPts val="0"/>
                        </a:spcBef>
                        <a:spcAft>
                          <a:spcPts val="0"/>
                        </a:spcAft>
                        <a:buNone/>
                      </a:pPr>
                      <a:r>
                        <a:rPr lang="en-US" sz="1350" u="none" strike="noStrike" cap="none"/>
                        <a:t>Banking</a:t>
                      </a:r>
                      <a:endParaRPr sz="1350" b="0" i="0">
                        <a:solidFill>
                          <a:schemeClr val="dk1"/>
                        </a:solidFill>
                        <a:latin typeface="Gill Sans"/>
                        <a:ea typeface="Gill Sans"/>
                        <a:cs typeface="Gill Sans"/>
                        <a:sym typeface="Gill Sans"/>
                      </a:endParaRPr>
                    </a:p>
                  </a:txBody>
                  <a:tcPr marL="91450" marR="91450" marT="45725" marB="45725"/>
                </a:tc>
                <a:tc>
                  <a:txBody>
                    <a:bodyPr/>
                    <a:lstStyle/>
                    <a:p>
                      <a:pPr marL="0" marR="0" lvl="0" indent="0" algn="l" rtl="0">
                        <a:spcBef>
                          <a:spcPts val="0"/>
                        </a:spcBef>
                        <a:spcAft>
                          <a:spcPts val="0"/>
                        </a:spcAft>
                        <a:buNone/>
                      </a:pPr>
                      <a:r>
                        <a:rPr lang="en-US" sz="1350"/>
                        <a:t>Medicine</a:t>
                      </a:r>
                      <a:endParaRPr sz="1350" b="0" i="0">
                        <a:solidFill>
                          <a:schemeClr val="dk1"/>
                        </a:solidFill>
                        <a:latin typeface="Gill Sans"/>
                        <a:ea typeface="Gill Sans"/>
                        <a:cs typeface="Gill Sans"/>
                        <a:sym typeface="Gill Sans"/>
                      </a:endParaRPr>
                    </a:p>
                  </a:txBody>
                  <a:tcPr marL="91450" marR="91450" marT="45725" marB="45725"/>
                </a:tc>
                <a:tc>
                  <a:txBody>
                    <a:bodyPr/>
                    <a:lstStyle/>
                    <a:p>
                      <a:pPr marL="0" marR="0" lvl="0" indent="0" algn="l" rtl="0">
                        <a:spcBef>
                          <a:spcPts val="0"/>
                        </a:spcBef>
                        <a:spcAft>
                          <a:spcPts val="0"/>
                        </a:spcAft>
                        <a:buNone/>
                      </a:pPr>
                      <a:r>
                        <a:rPr lang="en-US" sz="1350"/>
                        <a:t>Stock Market</a:t>
                      </a:r>
                      <a:endParaRPr sz="1350" b="0" i="0">
                        <a:solidFill>
                          <a:schemeClr val="dk1"/>
                        </a:solidFill>
                        <a:latin typeface="Gill Sans"/>
                        <a:ea typeface="Gill Sans"/>
                        <a:cs typeface="Gill Sans"/>
                        <a:sym typeface="Gill Sans"/>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350"/>
                        <a:buFont typeface="Gill Sans"/>
                        <a:buNone/>
                      </a:pPr>
                      <a:r>
                        <a:rPr lang="en-US" sz="1350"/>
                        <a:t>E-commerce</a:t>
                      </a:r>
                      <a:endParaRPr sz="1350" b="0" i="0">
                        <a:solidFill>
                          <a:schemeClr val="dk1"/>
                        </a:solidFill>
                        <a:latin typeface="Gill Sans"/>
                        <a:ea typeface="Gill Sans"/>
                        <a:cs typeface="Gill Sans"/>
                        <a:sym typeface="Gill Sans"/>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350"/>
                        <a:t>loyal customer</a:t>
                      </a:r>
                      <a:endParaRPr/>
                    </a:p>
                  </a:txBody>
                  <a:tcPr marL="91450" marR="91450" marT="45725" marB="45725"/>
                </a:tc>
                <a:tc>
                  <a:txBody>
                    <a:bodyPr/>
                    <a:lstStyle/>
                    <a:p>
                      <a:pPr marL="0" marR="0" lvl="0" indent="0" algn="l" rtl="0">
                        <a:spcBef>
                          <a:spcPts val="0"/>
                        </a:spcBef>
                        <a:spcAft>
                          <a:spcPts val="0"/>
                        </a:spcAft>
                        <a:buNone/>
                      </a:pPr>
                      <a:r>
                        <a:rPr lang="en-US" sz="1350"/>
                        <a:t>identify the correct combination of the components to validate the medicine</a:t>
                      </a:r>
                      <a:endParaRPr/>
                    </a:p>
                  </a:txBody>
                  <a:tcPr marL="91450" marR="91450" marT="45725" marB="45725"/>
                </a:tc>
                <a:tc>
                  <a:txBody>
                    <a:bodyPr/>
                    <a:lstStyle/>
                    <a:p>
                      <a:pPr marL="0" marR="0" lvl="0" indent="0" algn="l" rtl="0">
                        <a:spcBef>
                          <a:spcPts val="0"/>
                        </a:spcBef>
                        <a:spcAft>
                          <a:spcPts val="0"/>
                        </a:spcAft>
                        <a:buNone/>
                      </a:pPr>
                      <a:r>
                        <a:rPr lang="en-US" sz="1350"/>
                        <a:t>identify the stock behavior as well as the expected loss or profit by purchasing the particular stock.</a:t>
                      </a:r>
                      <a:endParaRPr/>
                    </a:p>
                  </a:txBody>
                  <a:tcPr marL="91450" marR="91450" marT="45725" marB="45725"/>
                </a:tc>
                <a:tc>
                  <a:txBody>
                    <a:bodyPr/>
                    <a:lstStyle/>
                    <a:p>
                      <a:pPr marL="0" marR="0" lvl="0" indent="0" algn="l" rtl="0">
                        <a:spcBef>
                          <a:spcPts val="0"/>
                        </a:spcBef>
                        <a:spcAft>
                          <a:spcPts val="0"/>
                        </a:spcAft>
                        <a:buNone/>
                      </a:pPr>
                      <a:r>
                        <a:rPr lang="en-US" sz="1350">
                          <a:solidFill>
                            <a:srgbClr val="0070C0"/>
                          </a:solidFill>
                        </a:rPr>
                        <a:t>recommendation engine </a:t>
                      </a:r>
                      <a:r>
                        <a:rPr lang="en-US" sz="1350"/>
                        <a:t>for identifying the likely hood of customer liking the recommend products base on the similar kinds of customers.</a:t>
                      </a:r>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350"/>
                        <a:t>finding the fraud customers.</a:t>
                      </a:r>
                      <a:endParaRPr/>
                    </a:p>
                  </a:txBody>
                  <a:tcPr marL="91450" marR="91450" marT="45725" marB="45725"/>
                </a:tc>
                <a:tc>
                  <a:txBody>
                    <a:bodyPr/>
                    <a:lstStyle/>
                    <a:p>
                      <a:pPr marL="0" marR="0" lvl="0" indent="0" algn="l" rtl="0">
                        <a:spcBef>
                          <a:spcPts val="0"/>
                        </a:spcBef>
                        <a:spcAft>
                          <a:spcPts val="0"/>
                        </a:spcAft>
                        <a:buNone/>
                      </a:pPr>
                      <a:endParaRPr sz="1350"/>
                    </a:p>
                  </a:txBody>
                  <a:tcPr marL="91450" marR="91450" marT="45725" marB="45725"/>
                </a:tc>
                <a:tc>
                  <a:txBody>
                    <a:bodyPr/>
                    <a:lstStyle/>
                    <a:p>
                      <a:pPr marL="0" marR="0" lvl="0" indent="0" algn="l" rtl="0">
                        <a:spcBef>
                          <a:spcPts val="0"/>
                        </a:spcBef>
                        <a:spcAft>
                          <a:spcPts val="0"/>
                        </a:spcAft>
                        <a:buNone/>
                      </a:pPr>
                      <a:endParaRPr sz="1350"/>
                    </a:p>
                  </a:txBody>
                  <a:tcPr marL="91450" marR="91450" marT="45725" marB="45725"/>
                </a:tc>
                <a:tc>
                  <a:txBody>
                    <a:bodyPr/>
                    <a:lstStyle/>
                    <a:p>
                      <a:pPr marL="0" marR="0" lvl="0" indent="0" algn="l" rtl="0">
                        <a:spcBef>
                          <a:spcPts val="0"/>
                        </a:spcBef>
                        <a:spcAft>
                          <a:spcPts val="0"/>
                        </a:spcAft>
                        <a:buNone/>
                      </a:pPr>
                      <a:endParaRPr sz="1350"/>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endParaRPr sz="1350"/>
                    </a:p>
                  </a:txBody>
                  <a:tcPr marL="91450" marR="91450" marT="45725" marB="45725"/>
                </a:tc>
                <a:tc>
                  <a:txBody>
                    <a:bodyPr/>
                    <a:lstStyle/>
                    <a:p>
                      <a:pPr marL="0" marR="0" lvl="0" indent="0" algn="l" rtl="0">
                        <a:spcBef>
                          <a:spcPts val="0"/>
                        </a:spcBef>
                        <a:spcAft>
                          <a:spcPts val="0"/>
                        </a:spcAft>
                        <a:buNone/>
                      </a:pPr>
                      <a:endParaRPr sz="1350"/>
                    </a:p>
                  </a:txBody>
                  <a:tcPr marL="91450" marR="91450" marT="45725" marB="45725"/>
                </a:tc>
                <a:tc>
                  <a:txBody>
                    <a:bodyPr/>
                    <a:lstStyle/>
                    <a:p>
                      <a:pPr marL="0" marR="0" lvl="0" indent="0" algn="l" rtl="0">
                        <a:spcBef>
                          <a:spcPts val="0"/>
                        </a:spcBef>
                        <a:spcAft>
                          <a:spcPts val="0"/>
                        </a:spcAft>
                        <a:buNone/>
                      </a:pPr>
                      <a:endParaRPr sz="1350"/>
                    </a:p>
                  </a:txBody>
                  <a:tcPr marL="91450" marR="91450" marT="45725" marB="45725"/>
                </a:tc>
                <a:tc>
                  <a:txBody>
                    <a:bodyPr/>
                    <a:lstStyle/>
                    <a:p>
                      <a:pPr marL="0" marR="0" lvl="0" indent="0" algn="l" rtl="0">
                        <a:spcBef>
                          <a:spcPts val="0"/>
                        </a:spcBef>
                        <a:spcAft>
                          <a:spcPts val="0"/>
                        </a:spcAft>
                        <a:buNone/>
                      </a:pPr>
                      <a:endParaRPr sz="1350"/>
                    </a:p>
                  </a:txBody>
                  <a:tcPr marL="91450" marR="91450" marT="45725" marB="45725"/>
                </a:tc>
                <a:extLst>
                  <a:ext uri="{0D108BD9-81ED-4DB2-BD59-A6C34878D82A}">
                    <a16:rowId xmlns:a16="http://schemas.microsoft.com/office/drawing/2014/main" val="10003"/>
                  </a:ext>
                </a:extLst>
              </a:tr>
            </a:tbl>
          </a:graphicData>
        </a:graphic>
      </p:graphicFrame>
      <p:sp>
        <p:nvSpPr>
          <p:cNvPr id="309" name="Google Shape;309;p22"/>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310" name="Google Shape;310;p22"/>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22</a:t>
            </a:fld>
            <a:endParaRPr/>
          </a:p>
        </p:txBody>
      </p:sp>
      <p:sp>
        <p:nvSpPr>
          <p:cNvPr id="311" name="Google Shape;311;p22"/>
          <p:cNvSpPr/>
          <p:nvPr/>
        </p:nvSpPr>
        <p:spPr>
          <a:xfrm>
            <a:off x="0" y="4251325"/>
            <a:ext cx="8897815"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i="1">
                <a:solidFill>
                  <a:srgbClr val="FF0000"/>
                </a:solidFill>
                <a:latin typeface="Gill Sans"/>
                <a:ea typeface="Gill Sans"/>
                <a:cs typeface="Gill Sans"/>
                <a:sym typeface="Gill Sans"/>
              </a:rPr>
              <a:t>Running random forest algorithm on very large dataset requires high-end GPU systems.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23"/>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r>
              <a:rPr lang="en-US"/>
              <a:t>ATTRIBUTES</a:t>
            </a:r>
            <a:endParaRPr/>
          </a:p>
        </p:txBody>
      </p:sp>
      <p:sp>
        <p:nvSpPr>
          <p:cNvPr id="317" name="Google Shape;317;p23"/>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318" name="Google Shape;318;p23"/>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23</a:t>
            </a:fld>
            <a:endParaRPr/>
          </a:p>
        </p:txBody>
      </p:sp>
      <p:sp>
        <p:nvSpPr>
          <p:cNvPr id="319" name="Google Shape;319;p23"/>
          <p:cNvSpPr/>
          <p:nvPr/>
        </p:nvSpPr>
        <p:spPr>
          <a:xfrm>
            <a:off x="99060" y="891540"/>
            <a:ext cx="8831580" cy="33239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rgbClr val="0070C0"/>
                </a:solidFill>
                <a:latin typeface="Gill Sans"/>
                <a:ea typeface="Gill Sans"/>
                <a:cs typeface="Gill Sans"/>
                <a:sym typeface="Gill Sans"/>
              </a:rPr>
              <a:t>estimators_</a:t>
            </a:r>
            <a:r>
              <a:rPr lang="en-US" sz="1400">
                <a:solidFill>
                  <a:schemeClr val="dk1"/>
                </a:solidFill>
                <a:latin typeface="Gill Sans"/>
                <a:ea typeface="Gill Sans"/>
                <a:cs typeface="Gill Sans"/>
                <a:sym typeface="Gill Sans"/>
              </a:rPr>
              <a:t> 		: The collection of fitted sub-estimators.</a:t>
            </a:r>
            <a:endParaRPr/>
          </a:p>
          <a:p>
            <a:pPr marL="0" marR="0" lvl="0" indent="0" algn="l" rtl="0">
              <a:spcBef>
                <a:spcPts val="0"/>
              </a:spcBef>
              <a:spcAft>
                <a:spcPts val="0"/>
              </a:spcAft>
              <a:buNone/>
            </a:pPr>
            <a:endParaRPr sz="1400">
              <a:solidFill>
                <a:schemeClr val="dk1"/>
              </a:solidFill>
              <a:latin typeface="Gill Sans"/>
              <a:ea typeface="Gill Sans"/>
              <a:cs typeface="Gill Sans"/>
              <a:sym typeface="Gill Sans"/>
            </a:endParaRPr>
          </a:p>
          <a:p>
            <a:pPr marL="0" marR="0" lvl="0" indent="0" algn="l" rtl="0">
              <a:spcBef>
                <a:spcPts val="0"/>
              </a:spcBef>
              <a:spcAft>
                <a:spcPts val="0"/>
              </a:spcAft>
              <a:buNone/>
            </a:pPr>
            <a:r>
              <a:rPr lang="en-US" sz="1400">
                <a:solidFill>
                  <a:srgbClr val="0070C0"/>
                </a:solidFill>
                <a:latin typeface="Gill Sans"/>
                <a:ea typeface="Gill Sans"/>
                <a:cs typeface="Gill Sans"/>
                <a:sym typeface="Gill Sans"/>
              </a:rPr>
              <a:t>classes_</a:t>
            </a:r>
            <a:r>
              <a:rPr lang="en-US" sz="1400">
                <a:solidFill>
                  <a:schemeClr val="dk1"/>
                </a:solidFill>
                <a:latin typeface="Gill Sans"/>
                <a:ea typeface="Gill Sans"/>
                <a:cs typeface="Gill Sans"/>
                <a:sym typeface="Gill Sans"/>
              </a:rPr>
              <a:t> 		:  [n_classes] or a list of such arrays</a:t>
            </a:r>
            <a:endParaRPr/>
          </a:p>
          <a:p>
            <a:pPr marL="0" marR="0" lvl="0" indent="0" algn="l" rtl="0">
              <a:spcBef>
                <a:spcPts val="0"/>
              </a:spcBef>
              <a:spcAft>
                <a:spcPts val="0"/>
              </a:spcAft>
              <a:buNone/>
            </a:pPr>
            <a:endParaRPr sz="1400">
              <a:solidFill>
                <a:schemeClr val="dk1"/>
              </a:solidFill>
              <a:latin typeface="Gill Sans"/>
              <a:ea typeface="Gill Sans"/>
              <a:cs typeface="Gill Sans"/>
              <a:sym typeface="Gill Sans"/>
            </a:endParaRPr>
          </a:p>
          <a:p>
            <a:pPr marL="0" marR="0" lvl="0" indent="0" algn="l" rtl="0">
              <a:spcBef>
                <a:spcPts val="0"/>
              </a:spcBef>
              <a:spcAft>
                <a:spcPts val="0"/>
              </a:spcAft>
              <a:buNone/>
            </a:pPr>
            <a:r>
              <a:rPr lang="en-US" sz="1400">
                <a:solidFill>
                  <a:srgbClr val="0070C0"/>
                </a:solidFill>
                <a:latin typeface="Gill Sans"/>
                <a:ea typeface="Gill Sans"/>
                <a:cs typeface="Gill Sans"/>
                <a:sym typeface="Gill Sans"/>
              </a:rPr>
              <a:t>n_classes_ 		</a:t>
            </a:r>
            <a:r>
              <a:rPr lang="en-US" sz="1400">
                <a:solidFill>
                  <a:schemeClr val="dk1"/>
                </a:solidFill>
                <a:latin typeface="Gill Sans"/>
                <a:ea typeface="Gill Sans"/>
                <a:cs typeface="Gill Sans"/>
                <a:sym typeface="Gill Sans"/>
              </a:rPr>
              <a:t>:  The number of classes </a:t>
            </a:r>
            <a:endParaRPr/>
          </a:p>
          <a:p>
            <a:pPr marL="0" marR="0" lvl="0" indent="0" algn="l" rtl="0">
              <a:spcBef>
                <a:spcPts val="0"/>
              </a:spcBef>
              <a:spcAft>
                <a:spcPts val="0"/>
              </a:spcAft>
              <a:buNone/>
            </a:pPr>
            <a:endParaRPr sz="1400">
              <a:solidFill>
                <a:schemeClr val="dk1"/>
              </a:solidFill>
              <a:latin typeface="Gill Sans"/>
              <a:ea typeface="Gill Sans"/>
              <a:cs typeface="Gill Sans"/>
              <a:sym typeface="Gill Sans"/>
            </a:endParaRPr>
          </a:p>
          <a:p>
            <a:pPr marL="0" marR="0" lvl="0" indent="0" algn="l" rtl="0">
              <a:spcBef>
                <a:spcPts val="0"/>
              </a:spcBef>
              <a:spcAft>
                <a:spcPts val="0"/>
              </a:spcAft>
              <a:buNone/>
            </a:pPr>
            <a:r>
              <a:rPr lang="en-US" sz="1400">
                <a:solidFill>
                  <a:srgbClr val="0070C0"/>
                </a:solidFill>
                <a:latin typeface="Gill Sans"/>
                <a:ea typeface="Gill Sans"/>
                <a:cs typeface="Gill Sans"/>
                <a:sym typeface="Gill Sans"/>
              </a:rPr>
              <a:t>n_features</a:t>
            </a:r>
            <a:r>
              <a:rPr lang="en-US" sz="1400">
                <a:solidFill>
                  <a:schemeClr val="dk1"/>
                </a:solidFill>
                <a:latin typeface="Gill Sans"/>
                <a:ea typeface="Gill Sans"/>
                <a:cs typeface="Gill Sans"/>
                <a:sym typeface="Gill Sans"/>
              </a:rPr>
              <a:t>_ 		:  The number of features when fit is performed.</a:t>
            </a:r>
            <a:endParaRPr/>
          </a:p>
          <a:p>
            <a:pPr marL="0" marR="0" lvl="0" indent="0" algn="l" rtl="0">
              <a:spcBef>
                <a:spcPts val="0"/>
              </a:spcBef>
              <a:spcAft>
                <a:spcPts val="0"/>
              </a:spcAft>
              <a:buNone/>
            </a:pPr>
            <a:endParaRPr sz="1400">
              <a:solidFill>
                <a:schemeClr val="dk1"/>
              </a:solidFill>
              <a:latin typeface="Gill Sans"/>
              <a:ea typeface="Gill Sans"/>
              <a:cs typeface="Gill Sans"/>
              <a:sym typeface="Gill Sans"/>
            </a:endParaRPr>
          </a:p>
          <a:p>
            <a:pPr marL="0" marR="0" lvl="0" indent="0" algn="l" rtl="0">
              <a:spcBef>
                <a:spcPts val="0"/>
              </a:spcBef>
              <a:spcAft>
                <a:spcPts val="0"/>
              </a:spcAft>
              <a:buNone/>
            </a:pPr>
            <a:r>
              <a:rPr lang="en-US" sz="1400">
                <a:solidFill>
                  <a:srgbClr val="0070C0"/>
                </a:solidFill>
                <a:latin typeface="Gill Sans"/>
                <a:ea typeface="Gill Sans"/>
                <a:cs typeface="Gill Sans"/>
                <a:sym typeface="Gill Sans"/>
              </a:rPr>
              <a:t>n_outputs</a:t>
            </a:r>
            <a:r>
              <a:rPr lang="en-US" sz="1400">
                <a:solidFill>
                  <a:schemeClr val="dk1"/>
                </a:solidFill>
                <a:latin typeface="Gill Sans"/>
                <a:ea typeface="Gill Sans"/>
                <a:cs typeface="Gill Sans"/>
                <a:sym typeface="Gill Sans"/>
              </a:rPr>
              <a:t>_ 		: The number of outputs when fit is performed.</a:t>
            </a:r>
            <a:endParaRPr/>
          </a:p>
          <a:p>
            <a:pPr marL="0" marR="0" lvl="0" indent="0" algn="l" rtl="0">
              <a:spcBef>
                <a:spcPts val="0"/>
              </a:spcBef>
              <a:spcAft>
                <a:spcPts val="0"/>
              </a:spcAft>
              <a:buNone/>
            </a:pPr>
            <a:endParaRPr sz="1400">
              <a:solidFill>
                <a:schemeClr val="dk1"/>
              </a:solidFill>
              <a:latin typeface="Gill Sans"/>
              <a:ea typeface="Gill Sans"/>
              <a:cs typeface="Gill Sans"/>
              <a:sym typeface="Gill Sans"/>
            </a:endParaRPr>
          </a:p>
          <a:p>
            <a:pPr marL="0" marR="0" lvl="0" indent="0" algn="l" rtl="0">
              <a:spcBef>
                <a:spcPts val="0"/>
              </a:spcBef>
              <a:spcAft>
                <a:spcPts val="0"/>
              </a:spcAft>
              <a:buNone/>
            </a:pPr>
            <a:r>
              <a:rPr lang="en-US" sz="1400">
                <a:solidFill>
                  <a:srgbClr val="0070C0"/>
                </a:solidFill>
                <a:highlight>
                  <a:srgbClr val="FFFF00"/>
                </a:highlight>
                <a:latin typeface="Gill Sans"/>
                <a:ea typeface="Gill Sans"/>
                <a:cs typeface="Gill Sans"/>
                <a:sym typeface="Gill Sans"/>
              </a:rPr>
              <a:t>feature_importances_ </a:t>
            </a:r>
            <a:r>
              <a:rPr lang="en-US" sz="1400">
                <a:solidFill>
                  <a:srgbClr val="0070C0"/>
                </a:solidFill>
                <a:latin typeface="Gill Sans"/>
                <a:ea typeface="Gill Sans"/>
                <a:cs typeface="Gill Sans"/>
                <a:sym typeface="Gill Sans"/>
              </a:rPr>
              <a:t>	</a:t>
            </a:r>
            <a:r>
              <a:rPr lang="en-US" sz="1400">
                <a:solidFill>
                  <a:schemeClr val="dk1"/>
                </a:solidFill>
                <a:latin typeface="Gill Sans"/>
                <a:ea typeface="Gill Sans"/>
                <a:cs typeface="Gill Sans"/>
                <a:sym typeface="Gill Sans"/>
              </a:rPr>
              <a:t>:  Return the feature importance (the higher, the more important the feature).</a:t>
            </a:r>
            <a:endParaRPr/>
          </a:p>
          <a:p>
            <a:pPr marL="0" marR="0" lvl="0" indent="0" algn="l" rtl="0">
              <a:spcBef>
                <a:spcPts val="0"/>
              </a:spcBef>
              <a:spcAft>
                <a:spcPts val="0"/>
              </a:spcAft>
              <a:buNone/>
            </a:pPr>
            <a:endParaRPr sz="1400">
              <a:solidFill>
                <a:schemeClr val="dk1"/>
              </a:solidFill>
              <a:latin typeface="Gill Sans"/>
              <a:ea typeface="Gill Sans"/>
              <a:cs typeface="Gill Sans"/>
              <a:sym typeface="Gill Sans"/>
            </a:endParaRPr>
          </a:p>
          <a:p>
            <a:pPr marL="0" marR="0" lvl="0" indent="0" algn="l" rtl="0">
              <a:spcBef>
                <a:spcPts val="0"/>
              </a:spcBef>
              <a:spcAft>
                <a:spcPts val="0"/>
              </a:spcAft>
              <a:buNone/>
            </a:pPr>
            <a:r>
              <a:rPr lang="en-US" sz="1400">
                <a:solidFill>
                  <a:srgbClr val="0070C0"/>
                </a:solidFill>
                <a:latin typeface="Gill Sans"/>
                <a:ea typeface="Gill Sans"/>
                <a:cs typeface="Gill Sans"/>
                <a:sym typeface="Gill Sans"/>
              </a:rPr>
              <a:t>oob_score</a:t>
            </a:r>
            <a:r>
              <a:rPr lang="en-US" sz="1400">
                <a:solidFill>
                  <a:schemeClr val="dk1"/>
                </a:solidFill>
                <a:latin typeface="Gill Sans"/>
                <a:ea typeface="Gill Sans"/>
                <a:cs typeface="Gill Sans"/>
                <a:sym typeface="Gill Sans"/>
              </a:rPr>
              <a:t>_ 	:  Score of the training dataset obtained using an out-of-bag estimate.</a:t>
            </a:r>
            <a:endParaRPr/>
          </a:p>
          <a:p>
            <a:pPr marL="0" marR="0" lvl="0" indent="0" algn="l" rtl="0">
              <a:spcBef>
                <a:spcPts val="0"/>
              </a:spcBef>
              <a:spcAft>
                <a:spcPts val="0"/>
              </a:spcAft>
              <a:buNone/>
            </a:pPr>
            <a:endParaRPr sz="1400">
              <a:solidFill>
                <a:schemeClr val="dk1"/>
              </a:solidFill>
              <a:latin typeface="Gill Sans"/>
              <a:ea typeface="Gill Sans"/>
              <a:cs typeface="Gill Sans"/>
              <a:sym typeface="Gill Sans"/>
            </a:endParaRPr>
          </a:p>
          <a:p>
            <a:pPr marL="0" marR="0" lvl="0" indent="0" algn="l" rtl="0">
              <a:spcBef>
                <a:spcPts val="0"/>
              </a:spcBef>
              <a:spcAft>
                <a:spcPts val="0"/>
              </a:spcAft>
              <a:buNone/>
            </a:pPr>
            <a:r>
              <a:rPr lang="en-US" sz="1400">
                <a:solidFill>
                  <a:srgbClr val="0070C0"/>
                </a:solidFill>
                <a:latin typeface="Gill Sans"/>
                <a:ea typeface="Gill Sans"/>
                <a:cs typeface="Gill Sans"/>
                <a:sym typeface="Gill Sans"/>
              </a:rPr>
              <a:t>oob_decision_function</a:t>
            </a:r>
            <a:r>
              <a:rPr lang="en-US" sz="1400">
                <a:solidFill>
                  <a:schemeClr val="dk1"/>
                </a:solidFill>
                <a:latin typeface="Gill Sans"/>
                <a:ea typeface="Gill Sans"/>
                <a:cs typeface="Gill Sans"/>
                <a:sym typeface="Gill Sans"/>
              </a:rPr>
              <a:t>_ :  Decision function computed with out-of-bag estimate on the training set.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24"/>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r>
              <a:rPr lang="en-US"/>
              <a:t>ADVANTAGES OF USING RANDOM FOREST</a:t>
            </a:r>
            <a:endParaRPr/>
          </a:p>
        </p:txBody>
      </p:sp>
      <p:sp>
        <p:nvSpPr>
          <p:cNvPr id="325" name="Google Shape;325;p24"/>
          <p:cNvSpPr txBox="1">
            <a:spLocks noGrp="1"/>
          </p:cNvSpPr>
          <p:nvPr>
            <p:ph type="body" idx="1"/>
          </p:nvPr>
        </p:nvSpPr>
        <p:spPr>
          <a:xfrm>
            <a:off x="0" y="891539"/>
            <a:ext cx="9144000" cy="3971405"/>
          </a:xfrm>
          <a:prstGeom prst="rect">
            <a:avLst/>
          </a:prstGeom>
          <a:noFill/>
          <a:ln>
            <a:noFill/>
          </a:ln>
        </p:spPr>
        <p:txBody>
          <a:bodyPr spcFirstLastPara="1" wrap="square" lIns="91425" tIns="45700" rIns="91425" bIns="45700" anchor="t" anchorCtr="0">
            <a:normAutofit lnSpcReduction="10000"/>
          </a:bodyPr>
          <a:lstStyle/>
          <a:p>
            <a:pPr marL="171450" lvl="0" indent="-171450" algn="l" rtl="0">
              <a:lnSpc>
                <a:spcPct val="100000"/>
              </a:lnSpc>
              <a:spcBef>
                <a:spcPts val="0"/>
              </a:spcBef>
              <a:spcAft>
                <a:spcPts val="0"/>
              </a:spcAft>
              <a:buSzPts val="1600"/>
              <a:buChar char="•"/>
            </a:pPr>
            <a:r>
              <a:rPr lang="en-US" sz="1600"/>
              <a:t>The random forest algorithm is not biased, since, there are multiple trees and each tree is trained on a subset of data. overall biasedness of the algorithm is reduced.</a:t>
            </a:r>
            <a:endParaRPr/>
          </a:p>
          <a:p>
            <a:pPr marL="171450" lvl="0" indent="-69850" algn="l" rtl="0">
              <a:lnSpc>
                <a:spcPct val="100000"/>
              </a:lnSpc>
              <a:spcBef>
                <a:spcPts val="750"/>
              </a:spcBef>
              <a:spcAft>
                <a:spcPts val="0"/>
              </a:spcAft>
              <a:buSzPts val="1600"/>
              <a:buNone/>
            </a:pPr>
            <a:endParaRPr sz="1600"/>
          </a:p>
          <a:p>
            <a:pPr marL="171450" lvl="0" indent="-171450" algn="l" rtl="0">
              <a:lnSpc>
                <a:spcPct val="100000"/>
              </a:lnSpc>
              <a:spcBef>
                <a:spcPts val="750"/>
              </a:spcBef>
              <a:spcAft>
                <a:spcPts val="0"/>
              </a:spcAft>
              <a:buSzPts val="1600"/>
              <a:buChar char="•"/>
            </a:pPr>
            <a:r>
              <a:rPr lang="en-US" sz="1600"/>
              <a:t>The </a:t>
            </a:r>
            <a:r>
              <a:rPr lang="en-US" sz="1600">
                <a:highlight>
                  <a:srgbClr val="FFFF00"/>
                </a:highlight>
              </a:rPr>
              <a:t>overfitting problem will is reduced.</a:t>
            </a:r>
            <a:endParaRPr sz="1600">
              <a:highlight>
                <a:srgbClr val="FFFF00"/>
              </a:highlight>
            </a:endParaRPr>
          </a:p>
          <a:p>
            <a:pPr marL="171450" lvl="0" indent="-69850" algn="l" rtl="0">
              <a:lnSpc>
                <a:spcPct val="100000"/>
              </a:lnSpc>
              <a:spcBef>
                <a:spcPts val="750"/>
              </a:spcBef>
              <a:spcAft>
                <a:spcPts val="0"/>
              </a:spcAft>
              <a:buSzPts val="1600"/>
              <a:buNone/>
            </a:pPr>
            <a:endParaRPr sz="1600"/>
          </a:p>
          <a:p>
            <a:pPr marL="171450" lvl="0" indent="-171450" algn="l" rtl="0">
              <a:lnSpc>
                <a:spcPct val="100000"/>
              </a:lnSpc>
              <a:spcBef>
                <a:spcPts val="750"/>
              </a:spcBef>
              <a:spcAft>
                <a:spcPts val="0"/>
              </a:spcAft>
              <a:buSzPts val="1600"/>
              <a:buChar char="•"/>
            </a:pPr>
            <a:r>
              <a:rPr lang="en-US" sz="1600"/>
              <a:t>Even if a new data point is introduced in the dataset the overall algorithm is not affected much since new data may impact one tree, but it is very hard for it to impact all the trees.</a:t>
            </a:r>
            <a:endParaRPr/>
          </a:p>
          <a:p>
            <a:pPr marL="171450" lvl="0" indent="-69850" algn="l" rtl="0">
              <a:lnSpc>
                <a:spcPct val="100000"/>
              </a:lnSpc>
              <a:spcBef>
                <a:spcPts val="750"/>
              </a:spcBef>
              <a:spcAft>
                <a:spcPts val="0"/>
              </a:spcAft>
              <a:buSzPts val="1600"/>
              <a:buNone/>
            </a:pPr>
            <a:endParaRPr sz="1600"/>
          </a:p>
          <a:p>
            <a:pPr marL="171450" lvl="0" indent="-171450" algn="l" rtl="0">
              <a:lnSpc>
                <a:spcPct val="100000"/>
              </a:lnSpc>
              <a:spcBef>
                <a:spcPts val="750"/>
              </a:spcBef>
              <a:spcAft>
                <a:spcPts val="0"/>
              </a:spcAft>
              <a:buSzPts val="1600"/>
              <a:buChar char="•"/>
            </a:pPr>
            <a:r>
              <a:rPr lang="en-US" sz="1600"/>
              <a:t>The random forest algorithm works well when you have both categorical and numerical features.</a:t>
            </a:r>
            <a:endParaRPr/>
          </a:p>
          <a:p>
            <a:pPr marL="171450" lvl="0" indent="-69850" algn="l" rtl="0">
              <a:lnSpc>
                <a:spcPct val="100000"/>
              </a:lnSpc>
              <a:spcBef>
                <a:spcPts val="750"/>
              </a:spcBef>
              <a:spcAft>
                <a:spcPts val="0"/>
              </a:spcAft>
              <a:buSzPts val="1600"/>
              <a:buNone/>
            </a:pPr>
            <a:endParaRPr sz="1600"/>
          </a:p>
          <a:p>
            <a:pPr marL="171450" lvl="0" indent="-171450" algn="l" rtl="0">
              <a:lnSpc>
                <a:spcPct val="100000"/>
              </a:lnSpc>
              <a:spcBef>
                <a:spcPts val="750"/>
              </a:spcBef>
              <a:spcAft>
                <a:spcPts val="0"/>
              </a:spcAft>
              <a:buSzPts val="1600"/>
              <a:buChar char="•"/>
            </a:pPr>
            <a:r>
              <a:rPr lang="en-US" sz="1600">
                <a:highlight>
                  <a:srgbClr val="FFFF00"/>
                </a:highlight>
              </a:rPr>
              <a:t>can be used for feature engineering.</a:t>
            </a:r>
            <a:endParaRPr/>
          </a:p>
          <a:p>
            <a:pPr marL="171450" lvl="0" indent="-69850" algn="l" rtl="0">
              <a:lnSpc>
                <a:spcPct val="100000"/>
              </a:lnSpc>
              <a:spcBef>
                <a:spcPts val="750"/>
              </a:spcBef>
              <a:spcAft>
                <a:spcPts val="0"/>
              </a:spcAft>
              <a:buSzPts val="1600"/>
              <a:buNone/>
            </a:pPr>
            <a:endParaRPr sz="1600">
              <a:highlight>
                <a:srgbClr val="FFFF00"/>
              </a:highlight>
            </a:endParaRPr>
          </a:p>
          <a:p>
            <a:pPr marL="171450" lvl="0" indent="-171450" algn="l" rtl="0">
              <a:lnSpc>
                <a:spcPct val="100000"/>
              </a:lnSpc>
              <a:spcBef>
                <a:spcPts val="750"/>
              </a:spcBef>
              <a:spcAft>
                <a:spcPts val="0"/>
              </a:spcAft>
              <a:buSzPts val="1600"/>
              <a:buChar char="•"/>
            </a:pPr>
            <a:r>
              <a:rPr lang="en-US" sz="1600"/>
              <a:t>Can be used for both </a:t>
            </a:r>
            <a:r>
              <a:rPr lang="en-US" sz="1600">
                <a:solidFill>
                  <a:srgbClr val="0070C0"/>
                </a:solidFill>
              </a:rPr>
              <a:t>classification</a:t>
            </a:r>
            <a:r>
              <a:rPr lang="en-US" sz="1600"/>
              <a:t> and </a:t>
            </a:r>
            <a:r>
              <a:rPr lang="en-US" sz="1600">
                <a:solidFill>
                  <a:srgbClr val="0070C0"/>
                </a:solidFill>
              </a:rPr>
              <a:t>regression</a:t>
            </a:r>
            <a:r>
              <a:rPr lang="en-US" sz="1600"/>
              <a:t> task</a:t>
            </a:r>
            <a:endParaRPr/>
          </a:p>
          <a:p>
            <a:pPr marL="171450" lvl="0" indent="-69850" algn="l" rtl="0">
              <a:lnSpc>
                <a:spcPct val="100000"/>
              </a:lnSpc>
              <a:spcBef>
                <a:spcPts val="750"/>
              </a:spcBef>
              <a:spcAft>
                <a:spcPts val="0"/>
              </a:spcAft>
              <a:buSzPts val="1600"/>
              <a:buNone/>
            </a:pPr>
            <a:endParaRPr sz="1600"/>
          </a:p>
        </p:txBody>
      </p:sp>
      <p:sp>
        <p:nvSpPr>
          <p:cNvPr id="326" name="Google Shape;326;p24"/>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327" name="Google Shape;327;p24"/>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25"/>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r>
              <a:rPr lang="en-US"/>
              <a:t>DISADVANTAGES OF USING RANDOM FOREST</a:t>
            </a:r>
            <a:endParaRPr/>
          </a:p>
        </p:txBody>
      </p:sp>
      <p:sp>
        <p:nvSpPr>
          <p:cNvPr id="333" name="Google Shape;333;p25"/>
          <p:cNvSpPr txBox="1">
            <a:spLocks noGrp="1"/>
          </p:cNvSpPr>
          <p:nvPr>
            <p:ph type="body" idx="1"/>
          </p:nvPr>
        </p:nvSpPr>
        <p:spPr>
          <a:xfrm>
            <a:off x="0" y="891539"/>
            <a:ext cx="9144000" cy="3971405"/>
          </a:xfrm>
          <a:prstGeom prst="rect">
            <a:avLst/>
          </a:prstGeom>
          <a:noFill/>
          <a:ln>
            <a:noFill/>
          </a:ln>
        </p:spPr>
        <p:txBody>
          <a:bodyPr spcFirstLastPara="1" wrap="square" lIns="91425" tIns="45700" rIns="91425" bIns="45700" anchor="t" anchorCtr="0">
            <a:normAutofit/>
          </a:bodyPr>
          <a:lstStyle/>
          <a:p>
            <a:pPr marL="171450" lvl="0" indent="-171450" algn="l" rtl="0">
              <a:lnSpc>
                <a:spcPct val="100000"/>
              </a:lnSpc>
              <a:spcBef>
                <a:spcPts val="0"/>
              </a:spcBef>
              <a:spcAft>
                <a:spcPts val="0"/>
              </a:spcAft>
              <a:buSzPts val="1600"/>
              <a:buChar char="•"/>
            </a:pPr>
            <a:r>
              <a:rPr lang="en-US" sz="1600"/>
              <a:t>A major disadvantage of random forests lies in their </a:t>
            </a:r>
            <a:r>
              <a:rPr lang="en-US" sz="1600">
                <a:solidFill>
                  <a:srgbClr val="FF0000"/>
                </a:solidFill>
              </a:rPr>
              <a:t>complexity</a:t>
            </a:r>
            <a:r>
              <a:rPr lang="en-US" sz="1600"/>
              <a:t>. </a:t>
            </a:r>
            <a:endParaRPr/>
          </a:p>
          <a:p>
            <a:pPr marL="171450" lvl="0" indent="-69850" algn="l" rtl="0">
              <a:lnSpc>
                <a:spcPct val="100000"/>
              </a:lnSpc>
              <a:spcBef>
                <a:spcPts val="750"/>
              </a:spcBef>
              <a:spcAft>
                <a:spcPts val="0"/>
              </a:spcAft>
              <a:buSzPts val="1600"/>
              <a:buNone/>
            </a:pPr>
            <a:endParaRPr sz="1600"/>
          </a:p>
          <a:p>
            <a:pPr marL="171450" lvl="0" indent="-171450" algn="l" rtl="0">
              <a:lnSpc>
                <a:spcPct val="100000"/>
              </a:lnSpc>
              <a:spcBef>
                <a:spcPts val="750"/>
              </a:spcBef>
              <a:spcAft>
                <a:spcPts val="0"/>
              </a:spcAft>
              <a:buSzPts val="1600"/>
              <a:buChar char="•"/>
            </a:pPr>
            <a:r>
              <a:rPr lang="en-US" sz="1600"/>
              <a:t>Require much </a:t>
            </a:r>
            <a:r>
              <a:rPr lang="en-US" sz="1600">
                <a:solidFill>
                  <a:srgbClr val="FF0000"/>
                </a:solidFill>
              </a:rPr>
              <a:t>more computational resources</a:t>
            </a:r>
            <a:r>
              <a:rPr lang="en-US" sz="1600"/>
              <a:t>, owing to the large number of decision trees joined together.</a:t>
            </a:r>
            <a:endParaRPr/>
          </a:p>
          <a:p>
            <a:pPr marL="171450" lvl="0" indent="-69850" algn="l" rtl="0">
              <a:lnSpc>
                <a:spcPct val="100000"/>
              </a:lnSpc>
              <a:spcBef>
                <a:spcPts val="750"/>
              </a:spcBef>
              <a:spcAft>
                <a:spcPts val="0"/>
              </a:spcAft>
              <a:buSzPts val="1600"/>
              <a:buNone/>
            </a:pPr>
            <a:endParaRPr sz="1600"/>
          </a:p>
          <a:p>
            <a:pPr marL="171450" lvl="0" indent="-171450" algn="l" rtl="0">
              <a:lnSpc>
                <a:spcPct val="100000"/>
              </a:lnSpc>
              <a:spcBef>
                <a:spcPts val="750"/>
              </a:spcBef>
              <a:spcAft>
                <a:spcPts val="0"/>
              </a:spcAft>
              <a:buSzPts val="1600"/>
              <a:buChar char="•"/>
            </a:pPr>
            <a:r>
              <a:rPr lang="en-US" sz="1600"/>
              <a:t>Due to their complexity,  it requires much more time to train than other comparable algorithms.</a:t>
            </a:r>
            <a:endParaRPr/>
          </a:p>
        </p:txBody>
      </p:sp>
      <p:sp>
        <p:nvSpPr>
          <p:cNvPr id="334" name="Google Shape;334;p25"/>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335" name="Google Shape;335;p25"/>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26"/>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r>
              <a:rPr lang="en-US"/>
              <a:t>BENEFITS</a:t>
            </a:r>
            <a:endParaRPr/>
          </a:p>
        </p:txBody>
      </p:sp>
      <p:sp>
        <p:nvSpPr>
          <p:cNvPr id="341" name="Google Shape;341;p26"/>
          <p:cNvSpPr txBox="1">
            <a:spLocks noGrp="1"/>
          </p:cNvSpPr>
          <p:nvPr>
            <p:ph type="body" idx="1"/>
          </p:nvPr>
        </p:nvSpPr>
        <p:spPr>
          <a:xfrm>
            <a:off x="0" y="891539"/>
            <a:ext cx="9144000" cy="3971405"/>
          </a:xfrm>
          <a:prstGeom prst="rect">
            <a:avLst/>
          </a:prstGeom>
          <a:noFill/>
          <a:ln>
            <a:noFill/>
          </a:ln>
        </p:spPr>
        <p:txBody>
          <a:bodyPr spcFirstLastPara="1" wrap="square" lIns="91425" tIns="45700" rIns="91425" bIns="45700" anchor="t" anchorCtr="0">
            <a:normAutofit/>
          </a:bodyPr>
          <a:lstStyle/>
          <a:p>
            <a:pPr marL="171450" lvl="0" indent="-171450" algn="l" rtl="0">
              <a:lnSpc>
                <a:spcPct val="100000"/>
              </a:lnSpc>
              <a:spcBef>
                <a:spcPts val="0"/>
              </a:spcBef>
              <a:spcAft>
                <a:spcPts val="0"/>
              </a:spcAft>
              <a:buSzPts val="1600"/>
              <a:buChar char="•"/>
            </a:pPr>
            <a:r>
              <a:rPr lang="en-US" sz="1600"/>
              <a:t>No overfitting</a:t>
            </a:r>
            <a:endParaRPr/>
          </a:p>
          <a:p>
            <a:pPr marL="171450" lvl="0" indent="-171450" algn="l" rtl="0">
              <a:lnSpc>
                <a:spcPct val="100000"/>
              </a:lnSpc>
              <a:spcBef>
                <a:spcPts val="750"/>
              </a:spcBef>
              <a:spcAft>
                <a:spcPts val="0"/>
              </a:spcAft>
              <a:buSzPts val="1600"/>
              <a:buChar char="•"/>
            </a:pPr>
            <a:r>
              <a:rPr lang="en-US" sz="1600"/>
              <a:t>Use of multiple trees to reduce the risk of overfitting</a:t>
            </a:r>
            <a:endParaRPr/>
          </a:p>
          <a:p>
            <a:pPr marL="171450" lvl="0" indent="-171450" algn="l" rtl="0">
              <a:lnSpc>
                <a:spcPct val="100000"/>
              </a:lnSpc>
              <a:spcBef>
                <a:spcPts val="750"/>
              </a:spcBef>
              <a:spcAft>
                <a:spcPts val="0"/>
              </a:spcAft>
              <a:buSzPts val="1600"/>
              <a:buChar char="•"/>
            </a:pPr>
            <a:r>
              <a:rPr lang="en-US" sz="1600"/>
              <a:t>Training time is less</a:t>
            </a:r>
            <a:endParaRPr/>
          </a:p>
          <a:p>
            <a:pPr marL="171450" lvl="0" indent="-69850" algn="l" rtl="0">
              <a:lnSpc>
                <a:spcPct val="100000"/>
              </a:lnSpc>
              <a:spcBef>
                <a:spcPts val="750"/>
              </a:spcBef>
              <a:spcAft>
                <a:spcPts val="0"/>
              </a:spcAft>
              <a:buSzPts val="1600"/>
              <a:buNone/>
            </a:pPr>
            <a:endParaRPr sz="1600"/>
          </a:p>
          <a:p>
            <a:pPr marL="171450" lvl="0" indent="-171450" algn="l" rtl="0">
              <a:lnSpc>
                <a:spcPct val="100000"/>
              </a:lnSpc>
              <a:spcBef>
                <a:spcPts val="750"/>
              </a:spcBef>
              <a:spcAft>
                <a:spcPts val="0"/>
              </a:spcAft>
              <a:buSzPts val="1600"/>
              <a:buChar char="•"/>
            </a:pPr>
            <a:r>
              <a:rPr lang="en-US" sz="1600"/>
              <a:t>High accuracy wrt the BIG DATA</a:t>
            </a:r>
            <a:endParaRPr/>
          </a:p>
          <a:p>
            <a:pPr marL="171450" lvl="0" indent="-171450" algn="l" rtl="0">
              <a:lnSpc>
                <a:spcPct val="100000"/>
              </a:lnSpc>
              <a:spcBef>
                <a:spcPts val="750"/>
              </a:spcBef>
              <a:spcAft>
                <a:spcPts val="0"/>
              </a:spcAft>
              <a:buSzPts val="1600"/>
              <a:buChar char="•"/>
            </a:pPr>
            <a:r>
              <a:rPr lang="en-US" sz="1600"/>
              <a:t>Estimates missing data</a:t>
            </a:r>
            <a:endParaRPr/>
          </a:p>
          <a:p>
            <a:pPr marL="171450" lvl="0" indent="-69850" algn="l" rtl="0">
              <a:lnSpc>
                <a:spcPct val="100000"/>
              </a:lnSpc>
              <a:spcBef>
                <a:spcPts val="750"/>
              </a:spcBef>
              <a:spcAft>
                <a:spcPts val="0"/>
              </a:spcAft>
              <a:buSzPts val="1600"/>
              <a:buNone/>
            </a:pPr>
            <a:endParaRPr sz="1600"/>
          </a:p>
          <a:p>
            <a:pPr marL="171450" lvl="0" indent="-69850" algn="l" rtl="0">
              <a:lnSpc>
                <a:spcPct val="100000"/>
              </a:lnSpc>
              <a:spcBef>
                <a:spcPts val="750"/>
              </a:spcBef>
              <a:spcAft>
                <a:spcPts val="0"/>
              </a:spcAft>
              <a:buSzPts val="1600"/>
              <a:buNone/>
            </a:pPr>
            <a:endParaRPr sz="1600"/>
          </a:p>
        </p:txBody>
      </p:sp>
      <p:sp>
        <p:nvSpPr>
          <p:cNvPr id="342" name="Google Shape;342;p26"/>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343" name="Google Shape;343;p26"/>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27"/>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r>
              <a:rPr lang="en-US"/>
              <a:t>BOOSTING</a:t>
            </a:r>
            <a:endParaRPr/>
          </a:p>
        </p:txBody>
      </p:sp>
      <p:sp>
        <p:nvSpPr>
          <p:cNvPr id="349" name="Google Shape;349;p27"/>
          <p:cNvSpPr txBox="1">
            <a:spLocks noGrp="1"/>
          </p:cNvSpPr>
          <p:nvPr>
            <p:ph type="body" idx="1"/>
          </p:nvPr>
        </p:nvSpPr>
        <p:spPr>
          <a:xfrm>
            <a:off x="0" y="891539"/>
            <a:ext cx="9144000" cy="3971405"/>
          </a:xfrm>
          <a:prstGeom prst="rect">
            <a:avLst/>
          </a:prstGeom>
          <a:noFill/>
          <a:ln>
            <a:noFill/>
          </a:ln>
        </p:spPr>
        <p:txBody>
          <a:bodyPr spcFirstLastPara="1" wrap="square" lIns="91425" tIns="45700" rIns="91425" bIns="45700" anchor="t" anchorCtr="0">
            <a:normAutofit/>
          </a:bodyPr>
          <a:lstStyle/>
          <a:p>
            <a:pPr marL="171450" lvl="0" indent="-171450" algn="l" rtl="0">
              <a:lnSpc>
                <a:spcPct val="100000"/>
              </a:lnSpc>
              <a:spcBef>
                <a:spcPts val="0"/>
              </a:spcBef>
              <a:spcAft>
                <a:spcPts val="0"/>
              </a:spcAft>
              <a:buSzPts val="1300"/>
              <a:buChar char="•"/>
            </a:pPr>
            <a:r>
              <a:rPr lang="en-US"/>
              <a:t>Gradient boost</a:t>
            </a:r>
            <a:endParaRPr/>
          </a:p>
          <a:p>
            <a:pPr marL="171450" lvl="0" indent="-171450" algn="l" rtl="0">
              <a:lnSpc>
                <a:spcPct val="100000"/>
              </a:lnSpc>
              <a:spcBef>
                <a:spcPts val="750"/>
              </a:spcBef>
              <a:spcAft>
                <a:spcPts val="0"/>
              </a:spcAft>
              <a:buSzPts val="1300"/>
              <a:buChar char="•"/>
            </a:pPr>
            <a:r>
              <a:rPr lang="en-US"/>
              <a:t>XG boost</a:t>
            </a:r>
            <a:endParaRPr/>
          </a:p>
        </p:txBody>
      </p:sp>
      <p:sp>
        <p:nvSpPr>
          <p:cNvPr id="350" name="Google Shape;350;p27"/>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351" name="Google Shape;351;p27"/>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28"/>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r>
              <a:rPr lang="en-US"/>
              <a:t>WHAT IS GRADIENT BOOSTING</a:t>
            </a:r>
            <a:endParaRPr/>
          </a:p>
        </p:txBody>
      </p:sp>
      <p:sp>
        <p:nvSpPr>
          <p:cNvPr id="357" name="Google Shape;357;p28"/>
          <p:cNvSpPr txBox="1">
            <a:spLocks noGrp="1"/>
          </p:cNvSpPr>
          <p:nvPr>
            <p:ph type="body" idx="1"/>
          </p:nvPr>
        </p:nvSpPr>
        <p:spPr>
          <a:xfrm>
            <a:off x="0" y="891539"/>
            <a:ext cx="9144000" cy="3971405"/>
          </a:xfrm>
          <a:prstGeom prst="rect">
            <a:avLst/>
          </a:prstGeom>
          <a:noFill/>
          <a:ln>
            <a:noFill/>
          </a:ln>
        </p:spPr>
        <p:txBody>
          <a:bodyPr spcFirstLastPara="1" wrap="square" lIns="91425" tIns="45700" rIns="91425" bIns="45700" anchor="t" anchorCtr="0">
            <a:normAutofit/>
          </a:bodyPr>
          <a:lstStyle/>
          <a:p>
            <a:pPr marL="171450" lvl="0" indent="-85725" algn="l" rtl="0">
              <a:lnSpc>
                <a:spcPct val="100000"/>
              </a:lnSpc>
              <a:spcBef>
                <a:spcPts val="0"/>
              </a:spcBef>
              <a:spcAft>
                <a:spcPts val="0"/>
              </a:spcAft>
              <a:buSzPts val="1350"/>
              <a:buNone/>
            </a:pPr>
            <a:endParaRPr/>
          </a:p>
          <a:p>
            <a:pPr marL="171450" lvl="0" indent="-171450" algn="l" rtl="0">
              <a:lnSpc>
                <a:spcPct val="100000"/>
              </a:lnSpc>
              <a:spcBef>
                <a:spcPts val="750"/>
              </a:spcBef>
              <a:spcAft>
                <a:spcPts val="0"/>
              </a:spcAft>
              <a:buSzPts val="1300"/>
              <a:buChar char="•"/>
            </a:pPr>
            <a:r>
              <a:rPr lang="en-US"/>
              <a:t>Gradient Boosting = Gradient Descent + Boosting</a:t>
            </a:r>
            <a:endParaRPr/>
          </a:p>
          <a:p>
            <a:pPr marL="171450" lvl="0" indent="-171450" algn="l" rtl="0">
              <a:lnSpc>
                <a:spcPct val="100000"/>
              </a:lnSpc>
              <a:spcBef>
                <a:spcPts val="750"/>
              </a:spcBef>
              <a:spcAft>
                <a:spcPts val="0"/>
              </a:spcAft>
              <a:buSzPts val="1300"/>
              <a:buChar char="•"/>
            </a:pPr>
            <a:r>
              <a:rPr lang="en-US"/>
              <a:t>Let’s play a game... You are given (x1, y1),(x2, y2), ...,(xn, yn), and the task is to fit a model F(x) to minimize square loss. Suppose your friend wants to help you and gives you a model F. You check his model and find the model is good but not perfect. </a:t>
            </a:r>
            <a:endParaRPr/>
          </a:p>
          <a:p>
            <a:pPr marL="171450" lvl="0" indent="-171450" algn="l" rtl="0">
              <a:lnSpc>
                <a:spcPct val="100000"/>
              </a:lnSpc>
              <a:spcBef>
                <a:spcPts val="750"/>
              </a:spcBef>
              <a:spcAft>
                <a:spcPts val="0"/>
              </a:spcAft>
              <a:buSzPts val="1300"/>
              <a:buChar char="•"/>
            </a:pPr>
            <a:r>
              <a:rPr lang="en-US"/>
              <a:t>There are some mistakes: F(x1) = 0.8, while y1 = 0.9, </a:t>
            </a:r>
            <a:endParaRPr/>
          </a:p>
          <a:p>
            <a:pPr marL="171450" lvl="0" indent="-171450" algn="l" rtl="0">
              <a:lnSpc>
                <a:spcPct val="100000"/>
              </a:lnSpc>
              <a:spcBef>
                <a:spcPts val="750"/>
              </a:spcBef>
              <a:spcAft>
                <a:spcPts val="0"/>
              </a:spcAft>
              <a:buSzPts val="1300"/>
              <a:buChar char="•"/>
            </a:pPr>
            <a:r>
              <a:rPr lang="en-US"/>
              <a:t>and F(x2) = 1.4 while y2 = 1.3... </a:t>
            </a:r>
            <a:endParaRPr/>
          </a:p>
          <a:p>
            <a:pPr marL="171450" lvl="0" indent="-171450" algn="l" rtl="0">
              <a:lnSpc>
                <a:spcPct val="100000"/>
              </a:lnSpc>
              <a:spcBef>
                <a:spcPts val="750"/>
              </a:spcBef>
              <a:spcAft>
                <a:spcPts val="0"/>
              </a:spcAft>
              <a:buSzPts val="1300"/>
              <a:buChar char="•"/>
            </a:pPr>
            <a:r>
              <a:rPr lang="en-US"/>
              <a:t>How can you improve this model?</a:t>
            </a:r>
            <a:endParaRPr/>
          </a:p>
          <a:p>
            <a:pPr marL="171450" lvl="0" indent="-85725" algn="l" rtl="0">
              <a:lnSpc>
                <a:spcPct val="100000"/>
              </a:lnSpc>
              <a:spcBef>
                <a:spcPts val="750"/>
              </a:spcBef>
              <a:spcAft>
                <a:spcPts val="0"/>
              </a:spcAft>
              <a:buSzPts val="1350"/>
              <a:buNone/>
            </a:pPr>
            <a:endParaRPr/>
          </a:p>
          <a:p>
            <a:pPr marL="171450" lvl="0" indent="-171450" algn="l" rtl="0">
              <a:lnSpc>
                <a:spcPct val="100000"/>
              </a:lnSpc>
              <a:spcBef>
                <a:spcPts val="750"/>
              </a:spcBef>
              <a:spcAft>
                <a:spcPts val="0"/>
              </a:spcAft>
              <a:buSzPts val="1300"/>
              <a:buChar char="•"/>
            </a:pPr>
            <a:r>
              <a:rPr lang="en-US"/>
              <a:t> Rule of the game: I You are not allowed to remove anything from F or change any parameter in F</a:t>
            </a:r>
            <a:endParaRPr/>
          </a:p>
          <a:p>
            <a:pPr marL="171450" lvl="0" indent="-171450" algn="l" rtl="0">
              <a:lnSpc>
                <a:spcPct val="100000"/>
              </a:lnSpc>
              <a:spcBef>
                <a:spcPts val="750"/>
              </a:spcBef>
              <a:spcAft>
                <a:spcPts val="0"/>
              </a:spcAft>
              <a:buSzPts val="1300"/>
              <a:buChar char="•"/>
            </a:pPr>
            <a:r>
              <a:rPr lang="en-US"/>
              <a:t>You can add an additional model (regression tree) h to F, so the new prediction will be F(x) + h(x).</a:t>
            </a:r>
            <a:endParaRPr/>
          </a:p>
        </p:txBody>
      </p:sp>
      <p:sp>
        <p:nvSpPr>
          <p:cNvPr id="358" name="Google Shape;358;p28"/>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359" name="Google Shape;359;p28"/>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29"/>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r>
              <a:rPr lang="en-US"/>
              <a:t>MATHEMATICALLY:</a:t>
            </a:r>
            <a:endParaRPr/>
          </a:p>
        </p:txBody>
      </p:sp>
      <p:sp>
        <p:nvSpPr>
          <p:cNvPr id="365" name="Google Shape;365;p29"/>
          <p:cNvSpPr txBox="1">
            <a:spLocks noGrp="1"/>
          </p:cNvSpPr>
          <p:nvPr>
            <p:ph type="body" idx="1"/>
          </p:nvPr>
        </p:nvSpPr>
        <p:spPr>
          <a:xfrm>
            <a:off x="0" y="967739"/>
            <a:ext cx="9144000" cy="3971400"/>
          </a:xfrm>
          <a:prstGeom prst="rect">
            <a:avLst/>
          </a:prstGeom>
          <a:noFill/>
          <a:ln>
            <a:noFill/>
          </a:ln>
        </p:spPr>
        <p:txBody>
          <a:bodyPr spcFirstLastPara="1" wrap="square" lIns="91425" tIns="45700" rIns="91425" bIns="45700" anchor="t" anchorCtr="0">
            <a:normAutofit/>
          </a:bodyPr>
          <a:lstStyle/>
          <a:p>
            <a:pPr marL="171450" lvl="0" indent="-171450" algn="l" rtl="0">
              <a:lnSpc>
                <a:spcPct val="100000"/>
              </a:lnSpc>
              <a:spcBef>
                <a:spcPts val="0"/>
              </a:spcBef>
              <a:spcAft>
                <a:spcPts val="0"/>
              </a:spcAft>
              <a:buSzPts val="1300"/>
              <a:buChar char="•"/>
            </a:pPr>
            <a:r>
              <a:rPr lang="en-US"/>
              <a:t>Simple solution: You wish to improve the model such that </a:t>
            </a:r>
            <a:endParaRPr/>
          </a:p>
          <a:p>
            <a:pPr marL="171450" lvl="0" indent="-171450" algn="l" rtl="0">
              <a:lnSpc>
                <a:spcPct val="100000"/>
              </a:lnSpc>
              <a:spcBef>
                <a:spcPts val="750"/>
              </a:spcBef>
              <a:spcAft>
                <a:spcPts val="0"/>
              </a:spcAft>
              <a:buSzPts val="1300"/>
              <a:buChar char="•"/>
            </a:pPr>
            <a:r>
              <a:rPr lang="en-US"/>
              <a:t>F(x1) + h(x1) = y1 </a:t>
            </a:r>
            <a:endParaRPr/>
          </a:p>
          <a:p>
            <a:pPr marL="171450" lvl="0" indent="-171450" algn="l" rtl="0">
              <a:lnSpc>
                <a:spcPct val="100000"/>
              </a:lnSpc>
              <a:spcBef>
                <a:spcPts val="750"/>
              </a:spcBef>
              <a:spcAft>
                <a:spcPts val="0"/>
              </a:spcAft>
              <a:buSzPts val="1300"/>
              <a:buChar char="•"/>
            </a:pPr>
            <a:r>
              <a:rPr lang="en-US"/>
              <a:t>F(x2) + h(x2) = y2 ...      </a:t>
            </a:r>
            <a:endParaRPr/>
          </a:p>
          <a:p>
            <a:pPr marL="171450" lvl="0" indent="-171450" algn="l" rtl="0">
              <a:lnSpc>
                <a:spcPct val="100000"/>
              </a:lnSpc>
              <a:spcBef>
                <a:spcPts val="750"/>
              </a:spcBef>
              <a:spcAft>
                <a:spcPts val="0"/>
              </a:spcAft>
              <a:buSzPts val="1300"/>
              <a:buChar char="•"/>
            </a:pPr>
            <a:r>
              <a:rPr lang="en-US"/>
              <a:t>……</a:t>
            </a:r>
            <a:endParaRPr/>
          </a:p>
          <a:p>
            <a:pPr marL="171450" lvl="0" indent="-171450" algn="l" rtl="0">
              <a:lnSpc>
                <a:spcPct val="100000"/>
              </a:lnSpc>
              <a:spcBef>
                <a:spcPts val="750"/>
              </a:spcBef>
              <a:spcAft>
                <a:spcPts val="0"/>
              </a:spcAft>
              <a:buSzPts val="1300"/>
              <a:buChar char="•"/>
            </a:pPr>
            <a:r>
              <a:rPr lang="en-US"/>
              <a:t>F(xn) + h(xn) = yn</a:t>
            </a:r>
            <a:endParaRPr/>
          </a:p>
          <a:p>
            <a:pPr marL="171450" lvl="0" indent="-85725" algn="l" rtl="0">
              <a:lnSpc>
                <a:spcPct val="100000"/>
              </a:lnSpc>
              <a:spcBef>
                <a:spcPts val="750"/>
              </a:spcBef>
              <a:spcAft>
                <a:spcPts val="0"/>
              </a:spcAft>
              <a:buSzPts val="1350"/>
              <a:buNone/>
            </a:pPr>
            <a:endParaRPr/>
          </a:p>
          <a:p>
            <a:pPr marL="171450" lvl="0" indent="-171450" algn="l" rtl="0">
              <a:lnSpc>
                <a:spcPct val="100000"/>
              </a:lnSpc>
              <a:spcBef>
                <a:spcPts val="750"/>
              </a:spcBef>
              <a:spcAft>
                <a:spcPts val="0"/>
              </a:spcAft>
              <a:buSzPts val="1300"/>
              <a:buChar char="•"/>
            </a:pPr>
            <a:r>
              <a:rPr lang="en-US"/>
              <a:t>The same can be modified as :</a:t>
            </a:r>
            <a:endParaRPr/>
          </a:p>
          <a:p>
            <a:pPr marL="171450" lvl="0" indent="-171450" algn="l" rtl="0">
              <a:lnSpc>
                <a:spcPct val="100000"/>
              </a:lnSpc>
              <a:spcBef>
                <a:spcPts val="750"/>
              </a:spcBef>
              <a:spcAft>
                <a:spcPts val="0"/>
              </a:spcAft>
              <a:buSzPts val="1300"/>
              <a:buChar char="•"/>
            </a:pPr>
            <a:r>
              <a:rPr lang="en-US"/>
              <a:t>h(x1) = y1 − F(x1) </a:t>
            </a:r>
            <a:endParaRPr/>
          </a:p>
          <a:p>
            <a:pPr marL="171450" lvl="0" indent="-171450" algn="l" rtl="0">
              <a:lnSpc>
                <a:spcPct val="100000"/>
              </a:lnSpc>
              <a:spcBef>
                <a:spcPts val="750"/>
              </a:spcBef>
              <a:spcAft>
                <a:spcPts val="0"/>
              </a:spcAft>
              <a:buSzPts val="1300"/>
              <a:buChar char="•"/>
            </a:pPr>
            <a:r>
              <a:rPr lang="en-US"/>
              <a:t>h(x2) = y2 − F(x2) ... </a:t>
            </a:r>
            <a:endParaRPr/>
          </a:p>
          <a:p>
            <a:pPr marL="171450" lvl="0" indent="-171450" algn="l" rtl="0">
              <a:lnSpc>
                <a:spcPct val="100000"/>
              </a:lnSpc>
              <a:spcBef>
                <a:spcPts val="750"/>
              </a:spcBef>
              <a:spcAft>
                <a:spcPts val="0"/>
              </a:spcAft>
              <a:buSzPts val="1300"/>
              <a:buChar char="•"/>
            </a:pPr>
            <a:r>
              <a:rPr lang="en-US"/>
              <a:t>…..</a:t>
            </a:r>
            <a:endParaRPr/>
          </a:p>
          <a:p>
            <a:pPr marL="171450" lvl="0" indent="-171450" algn="l" rtl="0">
              <a:lnSpc>
                <a:spcPct val="100000"/>
              </a:lnSpc>
              <a:spcBef>
                <a:spcPts val="750"/>
              </a:spcBef>
              <a:spcAft>
                <a:spcPts val="0"/>
              </a:spcAft>
              <a:buSzPts val="1300"/>
              <a:buChar char="•"/>
            </a:pPr>
            <a:r>
              <a:rPr lang="en-US"/>
              <a:t>h(xn) = yn − F(xn)</a:t>
            </a:r>
            <a:endParaRPr/>
          </a:p>
          <a:p>
            <a:pPr marL="171450" lvl="0" indent="-171450" algn="l" rtl="0">
              <a:lnSpc>
                <a:spcPct val="100000"/>
              </a:lnSpc>
              <a:spcBef>
                <a:spcPts val="750"/>
              </a:spcBef>
              <a:spcAft>
                <a:spcPts val="0"/>
              </a:spcAft>
              <a:buSzPts val="1300"/>
              <a:buChar char="•"/>
            </a:pPr>
            <a:r>
              <a:rPr lang="en-US"/>
              <a:t>Can any regression tree h achieve this goal perfectly? Maybe not.... But some regression tree might be able to do this approximately. How? Just fit a regression tree h to data (x1, y1 − F(x1)),(x2, y2 − F(x2)), ...,(xn, yn − F(xn)) </a:t>
            </a:r>
            <a:endParaRPr/>
          </a:p>
        </p:txBody>
      </p:sp>
      <p:sp>
        <p:nvSpPr>
          <p:cNvPr id="366" name="Google Shape;366;p29"/>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367" name="Google Shape;367;p29"/>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30"/>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endParaRPr/>
          </a:p>
        </p:txBody>
      </p:sp>
      <p:sp>
        <p:nvSpPr>
          <p:cNvPr id="373" name="Google Shape;373;p30"/>
          <p:cNvSpPr txBox="1">
            <a:spLocks noGrp="1"/>
          </p:cNvSpPr>
          <p:nvPr>
            <p:ph type="body" idx="1"/>
          </p:nvPr>
        </p:nvSpPr>
        <p:spPr>
          <a:xfrm>
            <a:off x="0" y="891539"/>
            <a:ext cx="9144000" cy="3971405"/>
          </a:xfrm>
          <a:prstGeom prst="rect">
            <a:avLst/>
          </a:prstGeom>
          <a:noFill/>
          <a:ln>
            <a:noFill/>
          </a:ln>
        </p:spPr>
        <p:txBody>
          <a:bodyPr spcFirstLastPara="1" wrap="square" lIns="91425" tIns="45700" rIns="91425" bIns="45700" anchor="t" anchorCtr="0">
            <a:normAutofit/>
          </a:bodyPr>
          <a:lstStyle/>
          <a:p>
            <a:pPr marL="171450" lvl="0" indent="-171450" algn="l" rtl="0">
              <a:lnSpc>
                <a:spcPct val="100000"/>
              </a:lnSpc>
              <a:spcBef>
                <a:spcPts val="0"/>
              </a:spcBef>
              <a:spcAft>
                <a:spcPts val="0"/>
              </a:spcAft>
              <a:buSzPts val="1300"/>
              <a:buChar char="•"/>
            </a:pPr>
            <a:r>
              <a:rPr lang="en-US"/>
              <a:t>yi − F(xi) are called residuals. These are the parts that existing model F cannot do well. </a:t>
            </a:r>
            <a:endParaRPr/>
          </a:p>
          <a:p>
            <a:pPr marL="171450" lvl="0" indent="-171450" algn="l" rtl="0">
              <a:lnSpc>
                <a:spcPct val="100000"/>
              </a:lnSpc>
              <a:spcBef>
                <a:spcPts val="750"/>
              </a:spcBef>
              <a:spcAft>
                <a:spcPts val="0"/>
              </a:spcAft>
              <a:buSzPts val="1300"/>
              <a:buChar char="•"/>
            </a:pPr>
            <a:r>
              <a:rPr lang="en-US"/>
              <a:t>The role of h is to compensate the shortcoming of existing model F. </a:t>
            </a:r>
            <a:endParaRPr/>
          </a:p>
          <a:p>
            <a:pPr marL="171450" lvl="0" indent="-171450" algn="l" rtl="0">
              <a:lnSpc>
                <a:spcPct val="100000"/>
              </a:lnSpc>
              <a:spcBef>
                <a:spcPts val="750"/>
              </a:spcBef>
              <a:spcAft>
                <a:spcPts val="0"/>
              </a:spcAft>
              <a:buSzPts val="1300"/>
              <a:buChar char="•"/>
            </a:pPr>
            <a:r>
              <a:rPr lang="en-US"/>
              <a:t>If the new model F + h is still not satisfactory, we can add another regression tree... </a:t>
            </a:r>
            <a:endParaRPr/>
          </a:p>
          <a:p>
            <a:pPr marL="171450" lvl="0" indent="-171450" algn="l" rtl="0">
              <a:lnSpc>
                <a:spcPct val="100000"/>
              </a:lnSpc>
              <a:spcBef>
                <a:spcPts val="750"/>
              </a:spcBef>
              <a:spcAft>
                <a:spcPts val="0"/>
              </a:spcAft>
              <a:buSzPts val="1300"/>
              <a:buChar char="•"/>
            </a:pPr>
            <a:r>
              <a:rPr lang="en-US"/>
              <a:t>We are improving the predictions of training data, is the procedure also useful for test data? </a:t>
            </a:r>
            <a:endParaRPr/>
          </a:p>
          <a:p>
            <a:pPr marL="171450" lvl="0" indent="-171450" algn="l" rtl="0">
              <a:lnSpc>
                <a:spcPct val="100000"/>
              </a:lnSpc>
              <a:spcBef>
                <a:spcPts val="750"/>
              </a:spcBef>
              <a:spcAft>
                <a:spcPts val="0"/>
              </a:spcAft>
              <a:buSzPts val="1300"/>
              <a:buChar char="•"/>
            </a:pPr>
            <a:r>
              <a:rPr lang="en-US"/>
              <a:t>Yes! Because we are building a model, and the model can be applied to test data as well. </a:t>
            </a:r>
            <a:endParaRPr/>
          </a:p>
          <a:p>
            <a:pPr marL="171450" lvl="0" indent="-171450" algn="l" rtl="0">
              <a:lnSpc>
                <a:spcPct val="100000"/>
              </a:lnSpc>
              <a:spcBef>
                <a:spcPts val="750"/>
              </a:spcBef>
              <a:spcAft>
                <a:spcPts val="0"/>
              </a:spcAft>
              <a:buSzPts val="1300"/>
              <a:buChar char="•"/>
            </a:pPr>
            <a:r>
              <a:rPr lang="en-US"/>
              <a:t>How is this related to gradient descent?</a:t>
            </a:r>
            <a:endParaRPr/>
          </a:p>
        </p:txBody>
      </p:sp>
      <p:sp>
        <p:nvSpPr>
          <p:cNvPr id="374" name="Google Shape;374;p30"/>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375" name="Google Shape;375;p30"/>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31"/>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endParaRPr/>
          </a:p>
        </p:txBody>
      </p:sp>
      <p:sp>
        <p:nvSpPr>
          <p:cNvPr id="381" name="Google Shape;381;p31"/>
          <p:cNvSpPr txBox="1">
            <a:spLocks noGrp="1"/>
          </p:cNvSpPr>
          <p:nvPr>
            <p:ph type="body" idx="1"/>
          </p:nvPr>
        </p:nvSpPr>
        <p:spPr>
          <a:xfrm>
            <a:off x="0" y="930450"/>
            <a:ext cx="9144000" cy="3758282"/>
          </a:xfrm>
          <a:prstGeom prst="rect">
            <a:avLst/>
          </a:prstGeom>
          <a:noFill/>
          <a:ln>
            <a:noFill/>
          </a:ln>
        </p:spPr>
        <p:txBody>
          <a:bodyPr spcFirstLastPara="1" wrap="square" lIns="91425" tIns="45700" rIns="91425" bIns="45700" anchor="t" anchorCtr="0">
            <a:normAutofit/>
          </a:bodyPr>
          <a:lstStyle/>
          <a:p>
            <a:pPr marL="171450" lvl="0" indent="-171450" algn="l" rtl="0">
              <a:lnSpc>
                <a:spcPct val="100000"/>
              </a:lnSpc>
              <a:spcBef>
                <a:spcPts val="0"/>
              </a:spcBef>
              <a:spcAft>
                <a:spcPts val="0"/>
              </a:spcAft>
              <a:buSzPts val="1300"/>
              <a:buChar char="•"/>
            </a:pPr>
            <a:r>
              <a:rPr lang="en-US"/>
              <a:t>Gradient Descent Minimize a function by moving in the opposite direction of the gradient.</a:t>
            </a:r>
            <a:endParaRPr/>
          </a:p>
          <a:p>
            <a:pPr marL="171450" lvl="0" indent="-171450" algn="l" rtl="0">
              <a:lnSpc>
                <a:spcPct val="100000"/>
              </a:lnSpc>
              <a:spcBef>
                <a:spcPts val="750"/>
              </a:spcBef>
              <a:spcAft>
                <a:spcPts val="0"/>
              </a:spcAft>
              <a:buSzPts val="1300"/>
              <a:buChar char="•"/>
            </a:pPr>
            <a:r>
              <a:rPr lang="en-US"/>
              <a:t> </a:t>
            </a:r>
            <a:endParaRPr/>
          </a:p>
          <a:p>
            <a:pPr marL="171450" lvl="0" indent="-171450" algn="l" rtl="0">
              <a:lnSpc>
                <a:spcPct val="100000"/>
              </a:lnSpc>
              <a:spcBef>
                <a:spcPts val="750"/>
              </a:spcBef>
              <a:spcAft>
                <a:spcPts val="0"/>
              </a:spcAft>
              <a:buSzPts val="1300"/>
              <a:buChar char="•"/>
            </a:pPr>
            <a:r>
              <a:rPr lang="en-US"/>
              <a:t>θi := θi − ρ (∂J/ ∂θi)</a:t>
            </a:r>
            <a:endParaRPr/>
          </a:p>
          <a:p>
            <a:pPr marL="171450" lvl="0" indent="-85725" algn="l" rtl="0">
              <a:lnSpc>
                <a:spcPct val="100000"/>
              </a:lnSpc>
              <a:spcBef>
                <a:spcPts val="750"/>
              </a:spcBef>
              <a:spcAft>
                <a:spcPts val="0"/>
              </a:spcAft>
              <a:buSzPts val="1350"/>
              <a:buNone/>
            </a:pPr>
            <a:endParaRPr/>
          </a:p>
          <a:p>
            <a:pPr marL="171450" lvl="0" indent="-85725" algn="l" rtl="0">
              <a:lnSpc>
                <a:spcPct val="100000"/>
              </a:lnSpc>
              <a:spcBef>
                <a:spcPts val="750"/>
              </a:spcBef>
              <a:spcAft>
                <a:spcPts val="0"/>
              </a:spcAft>
              <a:buSzPts val="1350"/>
              <a:buNone/>
            </a:pPr>
            <a:endParaRPr/>
          </a:p>
          <a:p>
            <a:pPr marL="171450" lvl="0" indent="-85725" algn="l" rtl="0">
              <a:lnSpc>
                <a:spcPct val="100000"/>
              </a:lnSpc>
              <a:spcBef>
                <a:spcPts val="750"/>
              </a:spcBef>
              <a:spcAft>
                <a:spcPts val="0"/>
              </a:spcAft>
              <a:buSzPts val="1350"/>
              <a:buNone/>
            </a:pPr>
            <a:endParaRPr/>
          </a:p>
          <a:p>
            <a:pPr marL="171450" lvl="0" indent="-85725" algn="l" rtl="0">
              <a:lnSpc>
                <a:spcPct val="100000"/>
              </a:lnSpc>
              <a:spcBef>
                <a:spcPts val="750"/>
              </a:spcBef>
              <a:spcAft>
                <a:spcPts val="0"/>
              </a:spcAft>
              <a:buSzPts val="1350"/>
              <a:buNone/>
            </a:pPr>
            <a:endParaRPr/>
          </a:p>
          <a:p>
            <a:pPr marL="171450" lvl="0" indent="-85725" algn="l" rtl="0">
              <a:lnSpc>
                <a:spcPct val="100000"/>
              </a:lnSpc>
              <a:spcBef>
                <a:spcPts val="750"/>
              </a:spcBef>
              <a:spcAft>
                <a:spcPts val="0"/>
              </a:spcAft>
              <a:buSzPts val="1350"/>
              <a:buNone/>
            </a:pPr>
            <a:endParaRPr/>
          </a:p>
          <a:p>
            <a:pPr marL="171450" lvl="0" indent="-85725" algn="l" rtl="0">
              <a:lnSpc>
                <a:spcPct val="100000"/>
              </a:lnSpc>
              <a:spcBef>
                <a:spcPts val="750"/>
              </a:spcBef>
              <a:spcAft>
                <a:spcPts val="0"/>
              </a:spcAft>
              <a:buSzPts val="1350"/>
              <a:buNone/>
            </a:pPr>
            <a:endParaRPr/>
          </a:p>
          <a:p>
            <a:pPr marL="171450" lvl="0" indent="-85725" algn="l" rtl="0">
              <a:lnSpc>
                <a:spcPct val="100000"/>
              </a:lnSpc>
              <a:spcBef>
                <a:spcPts val="750"/>
              </a:spcBef>
              <a:spcAft>
                <a:spcPts val="0"/>
              </a:spcAft>
              <a:buSzPts val="1350"/>
              <a:buNone/>
            </a:pPr>
            <a:endParaRPr/>
          </a:p>
          <a:p>
            <a:pPr marL="171450" lvl="0" indent="-85725" algn="l" rtl="0">
              <a:lnSpc>
                <a:spcPct val="100000"/>
              </a:lnSpc>
              <a:spcBef>
                <a:spcPts val="750"/>
              </a:spcBef>
              <a:spcAft>
                <a:spcPts val="0"/>
              </a:spcAft>
              <a:buSzPts val="1350"/>
              <a:buNone/>
            </a:pPr>
            <a:endParaRPr/>
          </a:p>
          <a:p>
            <a:pPr marL="171450" lvl="0" indent="-171450" algn="l" rtl="0">
              <a:lnSpc>
                <a:spcPct val="100000"/>
              </a:lnSpc>
              <a:spcBef>
                <a:spcPts val="750"/>
              </a:spcBef>
              <a:spcAft>
                <a:spcPts val="0"/>
              </a:spcAft>
              <a:buSzPts val="1300"/>
              <a:buChar char="•"/>
            </a:pPr>
            <a:r>
              <a:rPr lang="en-US"/>
              <a:t>https://en.wikipedia.org/wiki/Gradient_descent</a:t>
            </a:r>
            <a:endParaRPr/>
          </a:p>
          <a:p>
            <a:pPr marL="171450" lvl="0" indent="-85725" algn="l" rtl="0">
              <a:lnSpc>
                <a:spcPct val="100000"/>
              </a:lnSpc>
              <a:spcBef>
                <a:spcPts val="750"/>
              </a:spcBef>
              <a:spcAft>
                <a:spcPts val="0"/>
              </a:spcAft>
              <a:buSzPts val="1350"/>
              <a:buNone/>
            </a:pPr>
            <a:endParaRPr/>
          </a:p>
          <a:p>
            <a:pPr marL="171450" lvl="0" indent="-85725" algn="l" rtl="0">
              <a:lnSpc>
                <a:spcPct val="100000"/>
              </a:lnSpc>
              <a:spcBef>
                <a:spcPts val="750"/>
              </a:spcBef>
              <a:spcAft>
                <a:spcPts val="0"/>
              </a:spcAft>
              <a:buSzPts val="1350"/>
              <a:buNone/>
            </a:pPr>
            <a:endParaRPr/>
          </a:p>
          <a:p>
            <a:pPr marL="171450" lvl="0" indent="-85725" algn="l" rtl="0">
              <a:lnSpc>
                <a:spcPct val="100000"/>
              </a:lnSpc>
              <a:spcBef>
                <a:spcPts val="750"/>
              </a:spcBef>
              <a:spcAft>
                <a:spcPts val="0"/>
              </a:spcAft>
              <a:buSzPts val="1350"/>
              <a:buNone/>
            </a:pPr>
            <a:endParaRPr/>
          </a:p>
          <a:p>
            <a:pPr marL="171450" lvl="0" indent="-85725" algn="l" rtl="0">
              <a:lnSpc>
                <a:spcPct val="100000"/>
              </a:lnSpc>
              <a:spcBef>
                <a:spcPts val="750"/>
              </a:spcBef>
              <a:spcAft>
                <a:spcPts val="0"/>
              </a:spcAft>
              <a:buSzPts val="1350"/>
              <a:buNone/>
            </a:pPr>
            <a:endParaRPr/>
          </a:p>
        </p:txBody>
      </p:sp>
      <p:sp>
        <p:nvSpPr>
          <p:cNvPr id="382" name="Google Shape;382;p31"/>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383" name="Google Shape;383;p31"/>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31</a:t>
            </a:fld>
            <a:endParaRPr/>
          </a:p>
        </p:txBody>
      </p:sp>
      <p:pic>
        <p:nvPicPr>
          <p:cNvPr id="384" name="Google Shape;384;p31" descr="https://upload.wikimedia.org/wikipedia/commons/thumb/f/ff/Gradient_descent.svg/800px-Gradient_descent.svg.png"/>
          <p:cNvPicPr preferRelativeResize="0"/>
          <p:nvPr/>
        </p:nvPicPr>
        <p:blipFill rotWithShape="1">
          <a:blip r:embed="rId3">
            <a:alphaModFix/>
          </a:blip>
          <a:srcRect/>
          <a:stretch/>
        </p:blipFill>
        <p:spPr>
          <a:xfrm>
            <a:off x="2879319" y="1869186"/>
            <a:ext cx="2402800" cy="257700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32"/>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endParaRPr/>
          </a:p>
        </p:txBody>
      </p:sp>
      <p:sp>
        <p:nvSpPr>
          <p:cNvPr id="390" name="Google Shape;390;p32"/>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391" name="Google Shape;391;p32"/>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32</a:t>
            </a:fld>
            <a:endParaRPr/>
          </a:p>
        </p:txBody>
      </p:sp>
      <p:pic>
        <p:nvPicPr>
          <p:cNvPr id="392" name="Google Shape;392;p32"/>
          <p:cNvPicPr preferRelativeResize="0">
            <a:picLocks noGrp="1"/>
          </p:cNvPicPr>
          <p:nvPr>
            <p:ph type="body" idx="1"/>
          </p:nvPr>
        </p:nvPicPr>
        <p:blipFill rotWithShape="1">
          <a:blip r:embed="rId3">
            <a:alphaModFix/>
          </a:blip>
          <a:srcRect/>
          <a:stretch/>
        </p:blipFill>
        <p:spPr>
          <a:xfrm>
            <a:off x="1006306" y="972344"/>
            <a:ext cx="7267575" cy="38100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33"/>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endParaRPr/>
          </a:p>
        </p:txBody>
      </p:sp>
      <p:sp>
        <p:nvSpPr>
          <p:cNvPr id="398" name="Google Shape;398;p33"/>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399" name="Google Shape;399;p33"/>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33</a:t>
            </a:fld>
            <a:endParaRPr/>
          </a:p>
        </p:txBody>
      </p:sp>
      <p:pic>
        <p:nvPicPr>
          <p:cNvPr id="400" name="Google Shape;400;p33"/>
          <p:cNvPicPr preferRelativeResize="0">
            <a:picLocks noGrp="1"/>
          </p:cNvPicPr>
          <p:nvPr>
            <p:ph type="body" idx="1"/>
          </p:nvPr>
        </p:nvPicPr>
        <p:blipFill rotWithShape="1">
          <a:blip r:embed="rId3">
            <a:alphaModFix/>
          </a:blip>
          <a:srcRect/>
          <a:stretch/>
        </p:blipFill>
        <p:spPr>
          <a:xfrm>
            <a:off x="1543050" y="1329531"/>
            <a:ext cx="6057900" cy="30956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34"/>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endParaRPr/>
          </a:p>
        </p:txBody>
      </p:sp>
      <p:sp>
        <p:nvSpPr>
          <p:cNvPr id="406" name="Google Shape;406;p34"/>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407" name="Google Shape;407;p34"/>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34</a:t>
            </a:fld>
            <a:endParaRPr/>
          </a:p>
        </p:txBody>
      </p:sp>
      <p:pic>
        <p:nvPicPr>
          <p:cNvPr id="408" name="Google Shape;408;p34"/>
          <p:cNvPicPr preferRelativeResize="0">
            <a:picLocks noGrp="1"/>
          </p:cNvPicPr>
          <p:nvPr>
            <p:ph type="body" idx="1"/>
          </p:nvPr>
        </p:nvPicPr>
        <p:blipFill rotWithShape="1">
          <a:blip r:embed="rId3">
            <a:alphaModFix/>
          </a:blip>
          <a:srcRect/>
          <a:stretch/>
        </p:blipFill>
        <p:spPr>
          <a:xfrm>
            <a:off x="3234978" y="1147864"/>
            <a:ext cx="5539372" cy="3025905"/>
          </a:xfrm>
          <a:prstGeom prst="rect">
            <a:avLst/>
          </a:prstGeom>
          <a:noFill/>
          <a:ln>
            <a:noFill/>
          </a:ln>
        </p:spPr>
      </p:pic>
      <p:sp>
        <p:nvSpPr>
          <p:cNvPr id="409" name="Google Shape;409;p34"/>
          <p:cNvSpPr txBox="1"/>
          <p:nvPr/>
        </p:nvSpPr>
        <p:spPr>
          <a:xfrm>
            <a:off x="187818" y="1112374"/>
            <a:ext cx="2740207" cy="20313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The benefit of formulating this algorithm using gradients is that it allows us to consider other loss functions and derive the corresponding algorithms in the same way.</a:t>
            </a:r>
            <a:endParaRPr sz="1800">
              <a:solidFill>
                <a:schemeClr val="dk1"/>
              </a:solidFill>
              <a:latin typeface="Gill Sans"/>
              <a:ea typeface="Gill Sans"/>
              <a:cs typeface="Gill Sans"/>
              <a:sym typeface="Gill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35"/>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endParaRPr/>
          </a:p>
        </p:txBody>
      </p:sp>
      <p:sp>
        <p:nvSpPr>
          <p:cNvPr id="415" name="Google Shape;415;p35"/>
          <p:cNvSpPr txBox="1">
            <a:spLocks noGrp="1"/>
          </p:cNvSpPr>
          <p:nvPr>
            <p:ph type="body" idx="1"/>
          </p:nvPr>
        </p:nvSpPr>
        <p:spPr>
          <a:xfrm>
            <a:off x="0" y="891539"/>
            <a:ext cx="9144000" cy="3971405"/>
          </a:xfrm>
          <a:prstGeom prst="rect">
            <a:avLst/>
          </a:prstGeom>
          <a:noFill/>
          <a:ln>
            <a:noFill/>
          </a:ln>
        </p:spPr>
        <p:txBody>
          <a:bodyPr spcFirstLastPara="1" wrap="square" lIns="91425" tIns="45700" rIns="91425" bIns="45700" anchor="t" anchorCtr="0">
            <a:normAutofit/>
          </a:bodyPr>
          <a:lstStyle/>
          <a:p>
            <a:pPr marL="171450" lvl="0" indent="-171450" algn="l" rtl="0">
              <a:lnSpc>
                <a:spcPct val="100000"/>
              </a:lnSpc>
              <a:spcBef>
                <a:spcPts val="0"/>
              </a:spcBef>
              <a:spcAft>
                <a:spcPts val="0"/>
              </a:spcAft>
              <a:buSzPts val="1300"/>
              <a:buChar char="•"/>
            </a:pPr>
            <a:r>
              <a:rPr lang="en-US"/>
              <a:t>How is this related to gradient descent?</a:t>
            </a:r>
            <a:endParaRPr/>
          </a:p>
          <a:p>
            <a:pPr marL="171450" lvl="0" indent="-171450" algn="l" rtl="0">
              <a:lnSpc>
                <a:spcPct val="100000"/>
              </a:lnSpc>
              <a:spcBef>
                <a:spcPts val="750"/>
              </a:spcBef>
              <a:spcAft>
                <a:spcPts val="0"/>
              </a:spcAft>
              <a:buSzPts val="1300"/>
              <a:buChar char="•"/>
            </a:pPr>
            <a:r>
              <a:rPr lang="en-US"/>
              <a:t> For regression with square loss, </a:t>
            </a:r>
            <a:endParaRPr/>
          </a:p>
          <a:p>
            <a:pPr marL="171450" lvl="0" indent="-171450" algn="l" rtl="0">
              <a:lnSpc>
                <a:spcPct val="100000"/>
              </a:lnSpc>
              <a:spcBef>
                <a:spcPts val="750"/>
              </a:spcBef>
              <a:spcAft>
                <a:spcPts val="0"/>
              </a:spcAft>
              <a:buSzPts val="2400"/>
              <a:buChar char="•"/>
            </a:pPr>
            <a:r>
              <a:rPr lang="en-US" sz="2400"/>
              <a:t>residual ⇔ negative gradient </a:t>
            </a:r>
            <a:endParaRPr/>
          </a:p>
          <a:p>
            <a:pPr marL="171450" lvl="0" indent="-171450" algn="l" rtl="0">
              <a:lnSpc>
                <a:spcPct val="100000"/>
              </a:lnSpc>
              <a:spcBef>
                <a:spcPts val="750"/>
              </a:spcBef>
              <a:spcAft>
                <a:spcPts val="0"/>
              </a:spcAft>
              <a:buSzPts val="2400"/>
              <a:buChar char="•"/>
            </a:pPr>
            <a:r>
              <a:rPr lang="en-US" sz="2400"/>
              <a:t>fit h to residual ⇔ fit h to negative gradient </a:t>
            </a:r>
            <a:endParaRPr/>
          </a:p>
          <a:p>
            <a:pPr marL="171450" lvl="0" indent="-171450" algn="l" rtl="0">
              <a:lnSpc>
                <a:spcPct val="100000"/>
              </a:lnSpc>
              <a:spcBef>
                <a:spcPts val="750"/>
              </a:spcBef>
              <a:spcAft>
                <a:spcPts val="0"/>
              </a:spcAft>
              <a:buSzPts val="2400"/>
              <a:buChar char="•"/>
            </a:pPr>
            <a:r>
              <a:rPr lang="en-US" sz="2400"/>
              <a:t>update F based on residual ⇔ update F based on negative gradient</a:t>
            </a:r>
            <a:endParaRPr/>
          </a:p>
          <a:p>
            <a:pPr marL="171450" lvl="0" indent="-171450" algn="l" rtl="0">
              <a:lnSpc>
                <a:spcPct val="100000"/>
              </a:lnSpc>
              <a:spcBef>
                <a:spcPts val="750"/>
              </a:spcBef>
              <a:spcAft>
                <a:spcPts val="0"/>
              </a:spcAft>
              <a:buSzPts val="1300"/>
              <a:buChar char="•"/>
            </a:pPr>
            <a:r>
              <a:rPr lang="en-US"/>
              <a:t>So we are actually updating our model using gradient descent! </a:t>
            </a:r>
            <a:endParaRPr/>
          </a:p>
          <a:p>
            <a:pPr marL="171450" lvl="0" indent="-171450" algn="l" rtl="0">
              <a:lnSpc>
                <a:spcPct val="100000"/>
              </a:lnSpc>
              <a:spcBef>
                <a:spcPts val="750"/>
              </a:spcBef>
              <a:spcAft>
                <a:spcPts val="0"/>
              </a:spcAft>
              <a:buSzPts val="1300"/>
              <a:buChar char="•"/>
            </a:pPr>
            <a:r>
              <a:rPr lang="en-US"/>
              <a:t>It turns out that the concept of gradients is more general and useful than the concept of residuals. </a:t>
            </a:r>
            <a:endParaRPr/>
          </a:p>
          <a:p>
            <a:pPr marL="171450" lvl="0" indent="-171450" algn="l" rtl="0">
              <a:lnSpc>
                <a:spcPct val="100000"/>
              </a:lnSpc>
              <a:spcBef>
                <a:spcPts val="750"/>
              </a:spcBef>
              <a:spcAft>
                <a:spcPts val="0"/>
              </a:spcAft>
              <a:buSzPts val="1300"/>
              <a:buChar char="•"/>
            </a:pPr>
            <a:r>
              <a:rPr lang="en-US"/>
              <a:t>So from now on, let’s stick with gradients. The reason will be explained later.</a:t>
            </a:r>
            <a:endParaRPr/>
          </a:p>
        </p:txBody>
      </p:sp>
      <p:sp>
        <p:nvSpPr>
          <p:cNvPr id="416" name="Google Shape;416;p35"/>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417" name="Google Shape;417;p35"/>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35</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36"/>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r>
              <a:rPr lang="en-US"/>
              <a:t>LOSS FUNCTIONS FOR REGRESSION PROBLEM</a:t>
            </a:r>
            <a:endParaRPr/>
          </a:p>
        </p:txBody>
      </p:sp>
      <p:sp>
        <p:nvSpPr>
          <p:cNvPr id="423" name="Google Shape;423;p36"/>
          <p:cNvSpPr txBox="1">
            <a:spLocks noGrp="1"/>
          </p:cNvSpPr>
          <p:nvPr>
            <p:ph type="body" idx="1"/>
          </p:nvPr>
        </p:nvSpPr>
        <p:spPr>
          <a:xfrm>
            <a:off x="0" y="891539"/>
            <a:ext cx="8686800" cy="1803023"/>
          </a:xfrm>
          <a:prstGeom prst="rect">
            <a:avLst/>
          </a:prstGeom>
          <a:noFill/>
          <a:ln>
            <a:noFill/>
          </a:ln>
        </p:spPr>
        <p:txBody>
          <a:bodyPr spcFirstLastPara="1" wrap="square" lIns="91425" tIns="45700" rIns="91425" bIns="45700" anchor="t" anchorCtr="0">
            <a:normAutofit/>
          </a:bodyPr>
          <a:lstStyle/>
          <a:p>
            <a:pPr marL="171450" lvl="0" indent="-171450" algn="l" rtl="0">
              <a:lnSpc>
                <a:spcPct val="100000"/>
              </a:lnSpc>
              <a:spcBef>
                <a:spcPts val="0"/>
              </a:spcBef>
              <a:spcAft>
                <a:spcPts val="0"/>
              </a:spcAft>
              <a:buSzPts val="1300"/>
              <a:buChar char="•"/>
            </a:pPr>
            <a:r>
              <a:rPr lang="en-US"/>
              <a:t>Square loss is: </a:t>
            </a:r>
            <a:endParaRPr/>
          </a:p>
          <a:p>
            <a:pPr marL="171450" lvl="0" indent="-171450" algn="l" rtl="0">
              <a:lnSpc>
                <a:spcPct val="100000"/>
              </a:lnSpc>
              <a:spcBef>
                <a:spcPts val="750"/>
              </a:spcBef>
              <a:spcAft>
                <a:spcPts val="0"/>
              </a:spcAft>
              <a:buSzPts val="1300"/>
              <a:buChar char="•"/>
            </a:pPr>
            <a:r>
              <a:rPr lang="en-US"/>
              <a:t>Easy to deal with mathematically </a:t>
            </a:r>
            <a:endParaRPr/>
          </a:p>
          <a:p>
            <a:pPr marL="171450" lvl="0" indent="-171450" algn="l" rtl="0">
              <a:lnSpc>
                <a:spcPct val="100000"/>
              </a:lnSpc>
              <a:spcBef>
                <a:spcPts val="750"/>
              </a:spcBef>
              <a:spcAft>
                <a:spcPts val="0"/>
              </a:spcAft>
              <a:buSzPts val="1300"/>
              <a:buChar char="•"/>
            </a:pPr>
            <a:r>
              <a:rPr lang="en-US"/>
              <a:t>Not robust to outliers Outliers are heavily punished because the error is squared. Pay too much attention to outliers. Try hard to incorporate outliers into the model. Degrade the overall performance.</a:t>
            </a:r>
            <a:endParaRPr/>
          </a:p>
          <a:p>
            <a:pPr marL="171450" lvl="0" indent="-85725" algn="l" rtl="0">
              <a:lnSpc>
                <a:spcPct val="100000"/>
              </a:lnSpc>
              <a:spcBef>
                <a:spcPts val="750"/>
              </a:spcBef>
              <a:spcAft>
                <a:spcPts val="0"/>
              </a:spcAft>
              <a:buSzPts val="1350"/>
              <a:buNone/>
            </a:pPr>
            <a:endParaRPr/>
          </a:p>
        </p:txBody>
      </p:sp>
      <p:sp>
        <p:nvSpPr>
          <p:cNvPr id="424" name="Google Shape;424;p36"/>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425" name="Google Shape;425;p36"/>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36</a:t>
            </a:fld>
            <a:endParaRPr/>
          </a:p>
        </p:txBody>
      </p:sp>
      <p:pic>
        <p:nvPicPr>
          <p:cNvPr id="426" name="Google Shape;426;p36"/>
          <p:cNvPicPr preferRelativeResize="0"/>
          <p:nvPr/>
        </p:nvPicPr>
        <p:blipFill rotWithShape="1">
          <a:blip r:embed="rId3">
            <a:alphaModFix/>
          </a:blip>
          <a:srcRect/>
          <a:stretch/>
        </p:blipFill>
        <p:spPr>
          <a:xfrm>
            <a:off x="1733450" y="2769748"/>
            <a:ext cx="5210175" cy="12382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37"/>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endParaRPr/>
          </a:p>
        </p:txBody>
      </p:sp>
      <p:sp>
        <p:nvSpPr>
          <p:cNvPr id="432" name="Google Shape;432;p37"/>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433" name="Google Shape;433;p37"/>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37</a:t>
            </a:fld>
            <a:endParaRPr/>
          </a:p>
        </p:txBody>
      </p:sp>
      <p:pic>
        <p:nvPicPr>
          <p:cNvPr id="434" name="Google Shape;434;p37"/>
          <p:cNvPicPr preferRelativeResize="0">
            <a:picLocks noGrp="1"/>
          </p:cNvPicPr>
          <p:nvPr>
            <p:ph type="body" idx="1"/>
          </p:nvPr>
        </p:nvPicPr>
        <p:blipFill rotWithShape="1">
          <a:blip r:embed="rId3">
            <a:alphaModFix/>
          </a:blip>
          <a:srcRect/>
          <a:stretch/>
        </p:blipFill>
        <p:spPr>
          <a:xfrm>
            <a:off x="1673156" y="966317"/>
            <a:ext cx="5400489" cy="3837829"/>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38"/>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r>
              <a:rPr lang="en-US"/>
              <a:t>REGRESSION WITH ABSOLUTE LOSS</a:t>
            </a:r>
            <a:endParaRPr/>
          </a:p>
        </p:txBody>
      </p:sp>
      <p:sp>
        <p:nvSpPr>
          <p:cNvPr id="440" name="Google Shape;440;p38"/>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441" name="Google Shape;441;p38"/>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38</a:t>
            </a:fld>
            <a:endParaRPr/>
          </a:p>
        </p:txBody>
      </p:sp>
      <p:pic>
        <p:nvPicPr>
          <p:cNvPr id="442" name="Google Shape;442;p38"/>
          <p:cNvPicPr preferRelativeResize="0">
            <a:picLocks noGrp="1"/>
          </p:cNvPicPr>
          <p:nvPr>
            <p:ph type="body" idx="1"/>
          </p:nvPr>
        </p:nvPicPr>
        <p:blipFill rotWithShape="1">
          <a:blip r:embed="rId3">
            <a:alphaModFix/>
          </a:blip>
          <a:srcRect/>
          <a:stretch/>
        </p:blipFill>
        <p:spPr>
          <a:xfrm>
            <a:off x="1585912" y="1343819"/>
            <a:ext cx="5972175" cy="30670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39"/>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r>
              <a:rPr lang="en-US"/>
              <a:t>REGRESSION WITH HUBER LOSS</a:t>
            </a:r>
            <a:endParaRPr/>
          </a:p>
        </p:txBody>
      </p:sp>
      <p:sp>
        <p:nvSpPr>
          <p:cNvPr id="448" name="Google Shape;448;p39"/>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449" name="Google Shape;449;p39"/>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39</a:t>
            </a:fld>
            <a:endParaRPr/>
          </a:p>
        </p:txBody>
      </p:sp>
      <p:pic>
        <p:nvPicPr>
          <p:cNvPr id="450" name="Google Shape;450;p39"/>
          <p:cNvPicPr preferRelativeResize="0">
            <a:picLocks noGrp="1"/>
          </p:cNvPicPr>
          <p:nvPr>
            <p:ph type="body" idx="1"/>
          </p:nvPr>
        </p:nvPicPr>
        <p:blipFill rotWithShape="1">
          <a:blip r:embed="rId3">
            <a:alphaModFix/>
          </a:blip>
          <a:srcRect/>
          <a:stretch/>
        </p:blipFill>
        <p:spPr>
          <a:xfrm>
            <a:off x="1490662" y="991394"/>
            <a:ext cx="6162675" cy="37719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40"/>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r>
              <a:rPr lang="en-US"/>
              <a:t>REGRESSION WITH LOSS FUNCTION L: GENERAL PROCEDURE</a:t>
            </a:r>
            <a:endParaRPr/>
          </a:p>
        </p:txBody>
      </p:sp>
      <p:sp>
        <p:nvSpPr>
          <p:cNvPr id="456" name="Google Shape;456;p40"/>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457" name="Google Shape;457;p40"/>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40</a:t>
            </a:fld>
            <a:endParaRPr/>
          </a:p>
        </p:txBody>
      </p:sp>
      <p:pic>
        <p:nvPicPr>
          <p:cNvPr id="458" name="Google Shape;458;p40"/>
          <p:cNvPicPr preferRelativeResize="0">
            <a:picLocks noGrp="1"/>
          </p:cNvPicPr>
          <p:nvPr>
            <p:ph type="body" idx="1"/>
          </p:nvPr>
        </p:nvPicPr>
        <p:blipFill rotWithShape="1">
          <a:blip r:embed="rId3">
            <a:alphaModFix/>
          </a:blip>
          <a:srcRect/>
          <a:stretch/>
        </p:blipFill>
        <p:spPr>
          <a:xfrm>
            <a:off x="1375248" y="1056953"/>
            <a:ext cx="5829300" cy="2162175"/>
          </a:xfrm>
          <a:prstGeom prst="rect">
            <a:avLst/>
          </a:prstGeom>
          <a:noFill/>
          <a:ln>
            <a:noFill/>
          </a:ln>
        </p:spPr>
      </p:pic>
      <p:pic>
        <p:nvPicPr>
          <p:cNvPr id="459" name="Google Shape;459;p40"/>
          <p:cNvPicPr preferRelativeResize="0"/>
          <p:nvPr/>
        </p:nvPicPr>
        <p:blipFill rotWithShape="1">
          <a:blip r:embed="rId4">
            <a:alphaModFix/>
          </a:blip>
          <a:srcRect/>
          <a:stretch/>
        </p:blipFill>
        <p:spPr>
          <a:xfrm>
            <a:off x="872855" y="3317132"/>
            <a:ext cx="7067550" cy="111513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41"/>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endParaRPr/>
          </a:p>
        </p:txBody>
      </p:sp>
      <p:sp>
        <p:nvSpPr>
          <p:cNvPr id="465" name="Google Shape;465;p41"/>
          <p:cNvSpPr txBox="1">
            <a:spLocks noGrp="1"/>
          </p:cNvSpPr>
          <p:nvPr>
            <p:ph type="body" idx="1"/>
          </p:nvPr>
        </p:nvSpPr>
        <p:spPr>
          <a:xfrm>
            <a:off x="0" y="891540"/>
            <a:ext cx="9144000" cy="1987848"/>
          </a:xfrm>
          <a:prstGeom prst="rect">
            <a:avLst/>
          </a:prstGeom>
          <a:noFill/>
          <a:ln>
            <a:noFill/>
          </a:ln>
        </p:spPr>
        <p:txBody>
          <a:bodyPr spcFirstLastPara="1" wrap="square" lIns="91425" tIns="45700" rIns="91425" bIns="45700" anchor="t" anchorCtr="0">
            <a:normAutofit/>
          </a:bodyPr>
          <a:lstStyle/>
          <a:p>
            <a:pPr marL="171450" lvl="0" indent="-171450" algn="l" rtl="0">
              <a:lnSpc>
                <a:spcPct val="100000"/>
              </a:lnSpc>
              <a:spcBef>
                <a:spcPts val="0"/>
              </a:spcBef>
              <a:spcAft>
                <a:spcPts val="0"/>
              </a:spcAft>
              <a:buSzPts val="1300"/>
              <a:buChar char="•"/>
            </a:pPr>
            <a:r>
              <a:rPr lang="en-US"/>
              <a:t>Fit an additive model  F in a forward stage-wise manner. </a:t>
            </a:r>
            <a:endParaRPr/>
          </a:p>
          <a:p>
            <a:pPr marL="171450" lvl="0" indent="-171450" algn="l" rtl="0">
              <a:lnSpc>
                <a:spcPct val="100000"/>
              </a:lnSpc>
              <a:spcBef>
                <a:spcPts val="750"/>
              </a:spcBef>
              <a:spcAft>
                <a:spcPts val="0"/>
              </a:spcAft>
              <a:buSzPts val="1300"/>
              <a:buChar char="•"/>
            </a:pPr>
            <a:r>
              <a:rPr lang="en-US"/>
              <a:t> In each stage, introduce a new regression tree h to compensate the shortcomings of existing model. </a:t>
            </a:r>
            <a:endParaRPr/>
          </a:p>
          <a:p>
            <a:pPr marL="171450" lvl="0" indent="-171450" algn="l" rtl="0">
              <a:lnSpc>
                <a:spcPct val="100000"/>
              </a:lnSpc>
              <a:spcBef>
                <a:spcPts val="750"/>
              </a:spcBef>
              <a:spcAft>
                <a:spcPts val="0"/>
              </a:spcAft>
              <a:buSzPts val="1300"/>
              <a:buChar char="•"/>
            </a:pPr>
            <a:r>
              <a:rPr lang="en-US"/>
              <a:t> The“shortcomings” are identified by negative gradients. </a:t>
            </a:r>
            <a:endParaRPr/>
          </a:p>
          <a:p>
            <a:pPr marL="171450" lvl="0" indent="-171450" algn="l" rtl="0">
              <a:lnSpc>
                <a:spcPct val="100000"/>
              </a:lnSpc>
              <a:spcBef>
                <a:spcPts val="750"/>
              </a:spcBef>
              <a:spcAft>
                <a:spcPts val="0"/>
              </a:spcAft>
              <a:buSzPts val="1300"/>
              <a:buChar char="•"/>
            </a:pPr>
            <a:r>
              <a:rPr lang="en-US"/>
              <a:t>For any loss function, we can derive a gradient boosting algorithm. </a:t>
            </a:r>
            <a:endParaRPr/>
          </a:p>
          <a:p>
            <a:pPr marL="171450" lvl="0" indent="-171450" algn="l" rtl="0">
              <a:lnSpc>
                <a:spcPct val="100000"/>
              </a:lnSpc>
              <a:spcBef>
                <a:spcPts val="750"/>
              </a:spcBef>
              <a:spcAft>
                <a:spcPts val="0"/>
              </a:spcAft>
              <a:buSzPts val="1300"/>
              <a:buChar char="•"/>
            </a:pPr>
            <a:r>
              <a:rPr lang="en-US"/>
              <a:t> Absolute loss and Huber loss are more robust to outliers than square loss.</a:t>
            </a:r>
            <a:endParaRPr/>
          </a:p>
        </p:txBody>
      </p:sp>
      <p:sp>
        <p:nvSpPr>
          <p:cNvPr id="466" name="Google Shape;466;p41"/>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467" name="Google Shape;467;p41"/>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41</a:t>
            </a:fld>
            <a:endParaRPr/>
          </a:p>
        </p:txBody>
      </p:sp>
      <p:pic>
        <p:nvPicPr>
          <p:cNvPr id="468" name="Google Shape;468;p41"/>
          <p:cNvPicPr preferRelativeResize="0"/>
          <p:nvPr/>
        </p:nvPicPr>
        <p:blipFill rotWithShape="1">
          <a:blip r:embed="rId3">
            <a:alphaModFix/>
          </a:blip>
          <a:srcRect/>
          <a:stretch/>
        </p:blipFill>
        <p:spPr>
          <a:xfrm>
            <a:off x="3287646" y="3179323"/>
            <a:ext cx="1343025" cy="4191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42"/>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r>
              <a:rPr lang="en-US"/>
              <a:t>GRADIENT BOOST FOR REGRESSIONN</a:t>
            </a:r>
            <a:endParaRPr/>
          </a:p>
        </p:txBody>
      </p:sp>
      <p:graphicFrame>
        <p:nvGraphicFramePr>
          <p:cNvPr id="474" name="Google Shape;474;p42"/>
          <p:cNvGraphicFramePr/>
          <p:nvPr/>
        </p:nvGraphicFramePr>
        <p:xfrm>
          <a:off x="593522" y="1197296"/>
          <a:ext cx="3000000" cy="3000000"/>
        </p:xfrm>
        <a:graphic>
          <a:graphicData uri="http://schemas.openxmlformats.org/drawingml/2006/table">
            <a:tbl>
              <a:tblPr>
                <a:noFill/>
                <a:tableStyleId>{AFC9C223-37FB-4736-B340-1E9EAC505F9D}</a:tableStyleId>
              </a:tblPr>
              <a:tblGrid>
                <a:gridCol w="11303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711200">
                  <a:extLst>
                    <a:ext uri="{9D8B030D-6E8A-4147-A177-3AD203B41FA5}">
                      <a16:colId xmlns:a16="http://schemas.microsoft.com/office/drawing/2014/main" val="20002"/>
                    </a:ext>
                  </a:extLst>
                </a:gridCol>
              </a:tblGrid>
              <a:tr h="190500">
                <a:tc>
                  <a:txBody>
                    <a:bodyPr/>
                    <a:lstStyle/>
                    <a:p>
                      <a:pPr marL="0" marR="0" lvl="0" indent="0" algn="l" rtl="0">
                        <a:spcBef>
                          <a:spcPts val="0"/>
                        </a:spcBef>
                        <a:spcAft>
                          <a:spcPts val="0"/>
                        </a:spcAft>
                        <a:buNone/>
                      </a:pPr>
                      <a:r>
                        <a:rPr lang="en-US" sz="1100" b="0" i="0" u="none" strike="noStrike">
                          <a:solidFill>
                            <a:srgbClr val="000000"/>
                          </a:solidFill>
                          <a:latin typeface="Calibri"/>
                          <a:ea typeface="Calibri"/>
                          <a:cs typeface="Calibri"/>
                          <a:sym typeface="Calibri"/>
                        </a:rPr>
                        <a:t>Position</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DE9D9"/>
                    </a:solidFill>
                  </a:tcPr>
                </a:tc>
                <a:tc>
                  <a:txBody>
                    <a:bodyPr/>
                    <a:lstStyle/>
                    <a:p>
                      <a:pPr marL="0" marR="0" lvl="0" indent="0" algn="l" rtl="0">
                        <a:spcBef>
                          <a:spcPts val="0"/>
                        </a:spcBef>
                        <a:spcAft>
                          <a:spcPts val="0"/>
                        </a:spcAft>
                        <a:buNone/>
                      </a:pPr>
                      <a:r>
                        <a:rPr lang="en-US" sz="1100" b="0" i="0" u="none" strike="noStrike">
                          <a:solidFill>
                            <a:srgbClr val="000000"/>
                          </a:solidFill>
                          <a:latin typeface="Calibri"/>
                          <a:ea typeface="Calibri"/>
                          <a:cs typeface="Calibri"/>
                          <a:sym typeface="Calibri"/>
                        </a:rPr>
                        <a:t>Level</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DE9D9"/>
                    </a:solidFill>
                  </a:tcPr>
                </a:tc>
                <a:tc>
                  <a:txBody>
                    <a:bodyPr/>
                    <a:lstStyle/>
                    <a:p>
                      <a:pPr marL="0" marR="0" lvl="0" indent="0" algn="l" rtl="0">
                        <a:spcBef>
                          <a:spcPts val="0"/>
                        </a:spcBef>
                        <a:spcAft>
                          <a:spcPts val="0"/>
                        </a:spcAft>
                        <a:buNone/>
                      </a:pPr>
                      <a:r>
                        <a:rPr lang="en-US" sz="1100" b="0" i="0" u="none" strike="noStrike">
                          <a:solidFill>
                            <a:srgbClr val="000000"/>
                          </a:solidFill>
                          <a:latin typeface="Calibri"/>
                          <a:ea typeface="Calibri"/>
                          <a:cs typeface="Calibri"/>
                          <a:sym typeface="Calibri"/>
                        </a:rPr>
                        <a:t>Salary</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DE9D9"/>
                    </a:solidFill>
                  </a:tcPr>
                </a:tc>
                <a:extLst>
                  <a:ext uri="{0D108BD9-81ED-4DB2-BD59-A6C34878D82A}">
                    <a16:rowId xmlns:a16="http://schemas.microsoft.com/office/drawing/2014/main" val="10000"/>
                  </a:ext>
                </a:extLst>
              </a:tr>
              <a:tr h="190500">
                <a:tc>
                  <a:txBody>
                    <a:bodyPr/>
                    <a:lstStyle/>
                    <a:p>
                      <a:pPr marL="0" marR="0" lvl="0" indent="0" algn="l" rtl="0">
                        <a:spcBef>
                          <a:spcPts val="0"/>
                        </a:spcBef>
                        <a:spcAft>
                          <a:spcPts val="0"/>
                        </a:spcAft>
                        <a:buNone/>
                      </a:pPr>
                      <a:r>
                        <a:rPr lang="en-US" sz="1100" b="0" i="0" u="none" strike="noStrike">
                          <a:solidFill>
                            <a:srgbClr val="000000"/>
                          </a:solidFill>
                          <a:latin typeface="Calibri"/>
                          <a:ea typeface="Calibri"/>
                          <a:cs typeface="Calibri"/>
                          <a:sym typeface="Calibri"/>
                        </a:rPr>
                        <a:t>Business Analyst</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None/>
                      </a:pPr>
                      <a:r>
                        <a:rPr lang="en-US" sz="1100" b="0" i="0" u="none" strike="noStrike">
                          <a:solidFill>
                            <a:srgbClr val="000000"/>
                          </a:solidFill>
                          <a:latin typeface="Calibri"/>
                          <a:ea typeface="Calibri"/>
                          <a:cs typeface="Calibri"/>
                          <a:sym typeface="Calibri"/>
                        </a:rPr>
                        <a:t>1</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None/>
                      </a:pPr>
                      <a:r>
                        <a:rPr lang="en-US" sz="1100" b="0" i="0" u="none" strike="noStrike">
                          <a:solidFill>
                            <a:srgbClr val="000000"/>
                          </a:solidFill>
                          <a:latin typeface="Calibri"/>
                          <a:ea typeface="Calibri"/>
                          <a:cs typeface="Calibri"/>
                          <a:sym typeface="Calibri"/>
                        </a:rPr>
                        <a:t>45000</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90500">
                <a:tc>
                  <a:txBody>
                    <a:bodyPr/>
                    <a:lstStyle/>
                    <a:p>
                      <a:pPr marL="0" marR="0" lvl="0" indent="0" algn="l" rtl="0">
                        <a:spcBef>
                          <a:spcPts val="0"/>
                        </a:spcBef>
                        <a:spcAft>
                          <a:spcPts val="0"/>
                        </a:spcAft>
                        <a:buNone/>
                      </a:pPr>
                      <a:r>
                        <a:rPr lang="en-US" sz="1100" b="0" i="0" u="none" strike="noStrike">
                          <a:solidFill>
                            <a:srgbClr val="000000"/>
                          </a:solidFill>
                          <a:latin typeface="Calibri"/>
                          <a:ea typeface="Calibri"/>
                          <a:cs typeface="Calibri"/>
                          <a:sym typeface="Calibri"/>
                        </a:rPr>
                        <a:t>Junior Consultant</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None/>
                      </a:pPr>
                      <a:r>
                        <a:rPr lang="en-US" sz="1100" b="0" i="0" u="none" strike="noStrike">
                          <a:solidFill>
                            <a:srgbClr val="000000"/>
                          </a:solidFill>
                          <a:latin typeface="Calibri"/>
                          <a:ea typeface="Calibri"/>
                          <a:cs typeface="Calibri"/>
                          <a:sym typeface="Calibri"/>
                        </a:rPr>
                        <a:t>2</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None/>
                      </a:pPr>
                      <a:r>
                        <a:rPr lang="en-US" sz="1100" b="0" i="0" u="none" strike="noStrike">
                          <a:solidFill>
                            <a:srgbClr val="000000"/>
                          </a:solidFill>
                          <a:latin typeface="Calibri"/>
                          <a:ea typeface="Calibri"/>
                          <a:cs typeface="Calibri"/>
                          <a:sym typeface="Calibri"/>
                        </a:rPr>
                        <a:t>50000</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90500">
                <a:tc>
                  <a:txBody>
                    <a:bodyPr/>
                    <a:lstStyle/>
                    <a:p>
                      <a:pPr marL="0" marR="0" lvl="0" indent="0" algn="l" rtl="0">
                        <a:spcBef>
                          <a:spcPts val="0"/>
                        </a:spcBef>
                        <a:spcAft>
                          <a:spcPts val="0"/>
                        </a:spcAft>
                        <a:buNone/>
                      </a:pPr>
                      <a:r>
                        <a:rPr lang="en-US" sz="1100" b="0" i="0" u="none" strike="noStrike">
                          <a:solidFill>
                            <a:srgbClr val="000000"/>
                          </a:solidFill>
                          <a:latin typeface="Calibri"/>
                          <a:ea typeface="Calibri"/>
                          <a:cs typeface="Calibri"/>
                          <a:sym typeface="Calibri"/>
                        </a:rPr>
                        <a:t>Senior Consultant</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None/>
                      </a:pPr>
                      <a:r>
                        <a:rPr lang="en-US" sz="1100" b="0" i="0" u="none" strike="noStrike">
                          <a:solidFill>
                            <a:srgbClr val="000000"/>
                          </a:solidFill>
                          <a:latin typeface="Calibri"/>
                          <a:ea typeface="Calibri"/>
                          <a:cs typeface="Calibri"/>
                          <a:sym typeface="Calibri"/>
                        </a:rPr>
                        <a:t>3</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None/>
                      </a:pPr>
                      <a:r>
                        <a:rPr lang="en-US" sz="1100" b="0" i="0" u="none" strike="noStrike">
                          <a:solidFill>
                            <a:srgbClr val="000000"/>
                          </a:solidFill>
                          <a:latin typeface="Calibri"/>
                          <a:ea typeface="Calibri"/>
                          <a:cs typeface="Calibri"/>
                          <a:sym typeface="Calibri"/>
                        </a:rPr>
                        <a:t>60000</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190500">
                <a:tc>
                  <a:txBody>
                    <a:bodyPr/>
                    <a:lstStyle/>
                    <a:p>
                      <a:pPr marL="0" marR="0" lvl="0" indent="0" algn="l" rtl="0">
                        <a:spcBef>
                          <a:spcPts val="0"/>
                        </a:spcBef>
                        <a:spcAft>
                          <a:spcPts val="0"/>
                        </a:spcAft>
                        <a:buNone/>
                      </a:pPr>
                      <a:r>
                        <a:rPr lang="en-US" sz="1100" b="0" i="0" u="none" strike="noStrike">
                          <a:solidFill>
                            <a:srgbClr val="000000"/>
                          </a:solidFill>
                          <a:latin typeface="Calibri"/>
                          <a:ea typeface="Calibri"/>
                          <a:cs typeface="Calibri"/>
                          <a:sym typeface="Calibri"/>
                        </a:rPr>
                        <a:t>Manager</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None/>
                      </a:pPr>
                      <a:r>
                        <a:rPr lang="en-US" sz="1100" b="0" i="0" u="none" strike="noStrike">
                          <a:solidFill>
                            <a:srgbClr val="000000"/>
                          </a:solidFill>
                          <a:latin typeface="Calibri"/>
                          <a:ea typeface="Calibri"/>
                          <a:cs typeface="Calibri"/>
                          <a:sym typeface="Calibri"/>
                        </a:rPr>
                        <a:t>4</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None/>
                      </a:pPr>
                      <a:r>
                        <a:rPr lang="en-US" sz="1100" b="0" i="0" u="none" strike="noStrike">
                          <a:solidFill>
                            <a:srgbClr val="000000"/>
                          </a:solidFill>
                          <a:latin typeface="Calibri"/>
                          <a:ea typeface="Calibri"/>
                          <a:cs typeface="Calibri"/>
                          <a:sym typeface="Calibri"/>
                        </a:rPr>
                        <a:t>80000</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190500">
                <a:tc>
                  <a:txBody>
                    <a:bodyPr/>
                    <a:lstStyle/>
                    <a:p>
                      <a:pPr marL="0" marR="0" lvl="0" indent="0" algn="l" rtl="0">
                        <a:spcBef>
                          <a:spcPts val="0"/>
                        </a:spcBef>
                        <a:spcAft>
                          <a:spcPts val="0"/>
                        </a:spcAft>
                        <a:buNone/>
                      </a:pPr>
                      <a:r>
                        <a:rPr lang="en-US" sz="1100" b="0" i="0" u="none" strike="noStrike">
                          <a:solidFill>
                            <a:srgbClr val="000000"/>
                          </a:solidFill>
                          <a:latin typeface="Calibri"/>
                          <a:ea typeface="Calibri"/>
                          <a:cs typeface="Calibri"/>
                          <a:sym typeface="Calibri"/>
                        </a:rPr>
                        <a:t>Country Manager</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None/>
                      </a:pPr>
                      <a:r>
                        <a:rPr lang="en-US" sz="1100" b="0" i="0" u="none" strike="noStrike">
                          <a:solidFill>
                            <a:srgbClr val="000000"/>
                          </a:solidFill>
                          <a:latin typeface="Calibri"/>
                          <a:ea typeface="Calibri"/>
                          <a:cs typeface="Calibri"/>
                          <a:sym typeface="Calibri"/>
                        </a:rPr>
                        <a:t>5</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None/>
                      </a:pPr>
                      <a:r>
                        <a:rPr lang="en-US" sz="1100" b="0" i="0" u="none" strike="noStrike">
                          <a:solidFill>
                            <a:srgbClr val="000000"/>
                          </a:solidFill>
                          <a:latin typeface="Calibri"/>
                          <a:ea typeface="Calibri"/>
                          <a:cs typeface="Calibri"/>
                          <a:sym typeface="Calibri"/>
                        </a:rPr>
                        <a:t>110000</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190500">
                <a:tc>
                  <a:txBody>
                    <a:bodyPr/>
                    <a:lstStyle/>
                    <a:p>
                      <a:pPr marL="0" marR="0" lvl="0" indent="0" algn="l" rtl="0">
                        <a:spcBef>
                          <a:spcPts val="0"/>
                        </a:spcBef>
                        <a:spcAft>
                          <a:spcPts val="0"/>
                        </a:spcAft>
                        <a:buNone/>
                      </a:pPr>
                      <a:r>
                        <a:rPr lang="en-US" sz="1100" b="0" i="0" u="none" strike="noStrike">
                          <a:solidFill>
                            <a:srgbClr val="000000"/>
                          </a:solidFill>
                          <a:latin typeface="Calibri"/>
                          <a:ea typeface="Calibri"/>
                          <a:cs typeface="Calibri"/>
                          <a:sym typeface="Calibri"/>
                        </a:rPr>
                        <a:t>Region Manager</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None/>
                      </a:pPr>
                      <a:r>
                        <a:rPr lang="en-US" sz="1100" b="0" i="0" u="none" strike="noStrike">
                          <a:solidFill>
                            <a:srgbClr val="000000"/>
                          </a:solidFill>
                          <a:latin typeface="Calibri"/>
                          <a:ea typeface="Calibri"/>
                          <a:cs typeface="Calibri"/>
                          <a:sym typeface="Calibri"/>
                        </a:rPr>
                        <a:t>6</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None/>
                      </a:pPr>
                      <a:r>
                        <a:rPr lang="en-US" sz="1100" b="0" i="0" u="none" strike="noStrike">
                          <a:solidFill>
                            <a:srgbClr val="000000"/>
                          </a:solidFill>
                          <a:latin typeface="Calibri"/>
                          <a:ea typeface="Calibri"/>
                          <a:cs typeface="Calibri"/>
                          <a:sym typeface="Calibri"/>
                        </a:rPr>
                        <a:t>150000</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190500">
                <a:tc>
                  <a:txBody>
                    <a:bodyPr/>
                    <a:lstStyle/>
                    <a:p>
                      <a:pPr marL="0" marR="0" lvl="0" indent="0" algn="l" rtl="0">
                        <a:spcBef>
                          <a:spcPts val="0"/>
                        </a:spcBef>
                        <a:spcAft>
                          <a:spcPts val="0"/>
                        </a:spcAft>
                        <a:buNone/>
                      </a:pPr>
                      <a:r>
                        <a:rPr lang="en-US" sz="1100" b="0" i="0" u="none" strike="noStrike">
                          <a:solidFill>
                            <a:srgbClr val="000000"/>
                          </a:solidFill>
                          <a:latin typeface="Calibri"/>
                          <a:ea typeface="Calibri"/>
                          <a:cs typeface="Calibri"/>
                          <a:sym typeface="Calibri"/>
                        </a:rPr>
                        <a:t>Partner</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None/>
                      </a:pPr>
                      <a:r>
                        <a:rPr lang="en-US" sz="1100" b="0" i="0" u="none" strike="noStrike">
                          <a:solidFill>
                            <a:srgbClr val="000000"/>
                          </a:solidFill>
                          <a:latin typeface="Calibri"/>
                          <a:ea typeface="Calibri"/>
                          <a:cs typeface="Calibri"/>
                          <a:sym typeface="Calibri"/>
                        </a:rPr>
                        <a:t>7</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None/>
                      </a:pPr>
                      <a:r>
                        <a:rPr lang="en-US" sz="1100" b="0" i="0" u="none" strike="noStrike">
                          <a:solidFill>
                            <a:srgbClr val="000000"/>
                          </a:solidFill>
                          <a:latin typeface="Calibri"/>
                          <a:ea typeface="Calibri"/>
                          <a:cs typeface="Calibri"/>
                          <a:sym typeface="Calibri"/>
                        </a:rPr>
                        <a:t>200000</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190500">
                <a:tc>
                  <a:txBody>
                    <a:bodyPr/>
                    <a:lstStyle/>
                    <a:p>
                      <a:pPr marL="0" marR="0" lvl="0" indent="0" algn="l" rtl="0">
                        <a:spcBef>
                          <a:spcPts val="0"/>
                        </a:spcBef>
                        <a:spcAft>
                          <a:spcPts val="0"/>
                        </a:spcAft>
                        <a:buNone/>
                      </a:pPr>
                      <a:r>
                        <a:rPr lang="en-US" sz="1100" b="0" i="0" u="none" strike="noStrike">
                          <a:solidFill>
                            <a:srgbClr val="000000"/>
                          </a:solidFill>
                          <a:latin typeface="Calibri"/>
                          <a:ea typeface="Calibri"/>
                          <a:cs typeface="Calibri"/>
                          <a:sym typeface="Calibri"/>
                        </a:rPr>
                        <a:t>Senior Partner</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None/>
                      </a:pPr>
                      <a:r>
                        <a:rPr lang="en-US" sz="1100" b="0" i="0" u="none" strike="noStrike">
                          <a:solidFill>
                            <a:srgbClr val="000000"/>
                          </a:solidFill>
                          <a:latin typeface="Calibri"/>
                          <a:ea typeface="Calibri"/>
                          <a:cs typeface="Calibri"/>
                          <a:sym typeface="Calibri"/>
                        </a:rPr>
                        <a:t>8</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None/>
                      </a:pPr>
                      <a:r>
                        <a:rPr lang="en-US" sz="1100" b="0" i="0" u="none" strike="noStrike">
                          <a:solidFill>
                            <a:srgbClr val="000000"/>
                          </a:solidFill>
                          <a:latin typeface="Calibri"/>
                          <a:ea typeface="Calibri"/>
                          <a:cs typeface="Calibri"/>
                          <a:sym typeface="Calibri"/>
                        </a:rPr>
                        <a:t>300000</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190500">
                <a:tc>
                  <a:txBody>
                    <a:bodyPr/>
                    <a:lstStyle/>
                    <a:p>
                      <a:pPr marL="0" marR="0" lvl="0" indent="0" algn="l" rtl="0">
                        <a:spcBef>
                          <a:spcPts val="0"/>
                        </a:spcBef>
                        <a:spcAft>
                          <a:spcPts val="0"/>
                        </a:spcAft>
                        <a:buNone/>
                      </a:pPr>
                      <a:r>
                        <a:rPr lang="en-US" sz="1100" b="0" i="0" u="none" strike="noStrike">
                          <a:solidFill>
                            <a:srgbClr val="000000"/>
                          </a:solidFill>
                          <a:latin typeface="Calibri"/>
                          <a:ea typeface="Calibri"/>
                          <a:cs typeface="Calibri"/>
                          <a:sym typeface="Calibri"/>
                        </a:rPr>
                        <a:t>C-level</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None/>
                      </a:pPr>
                      <a:r>
                        <a:rPr lang="en-US" sz="1100" b="0" i="0" u="none" strike="noStrike">
                          <a:solidFill>
                            <a:srgbClr val="000000"/>
                          </a:solidFill>
                          <a:latin typeface="Calibri"/>
                          <a:ea typeface="Calibri"/>
                          <a:cs typeface="Calibri"/>
                          <a:sym typeface="Calibri"/>
                        </a:rPr>
                        <a:t>9</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None/>
                      </a:pPr>
                      <a:r>
                        <a:rPr lang="en-US" sz="1100" b="0" i="0" u="none" strike="noStrike">
                          <a:solidFill>
                            <a:srgbClr val="000000"/>
                          </a:solidFill>
                          <a:latin typeface="Calibri"/>
                          <a:ea typeface="Calibri"/>
                          <a:cs typeface="Calibri"/>
                          <a:sym typeface="Calibri"/>
                        </a:rPr>
                        <a:t>500000</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190500">
                <a:tc>
                  <a:txBody>
                    <a:bodyPr/>
                    <a:lstStyle/>
                    <a:p>
                      <a:pPr marL="0" marR="0" lvl="0" indent="0" algn="l" rtl="0">
                        <a:spcBef>
                          <a:spcPts val="0"/>
                        </a:spcBef>
                        <a:spcAft>
                          <a:spcPts val="0"/>
                        </a:spcAft>
                        <a:buNone/>
                      </a:pPr>
                      <a:r>
                        <a:rPr lang="en-US" sz="1100" b="0" i="0" u="none" strike="noStrike">
                          <a:solidFill>
                            <a:srgbClr val="000000"/>
                          </a:solidFill>
                          <a:latin typeface="Calibri"/>
                          <a:ea typeface="Calibri"/>
                          <a:cs typeface="Calibri"/>
                          <a:sym typeface="Calibri"/>
                        </a:rPr>
                        <a:t>CEO</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None/>
                      </a:pPr>
                      <a:r>
                        <a:rPr lang="en-US" sz="1100" b="0" i="0" u="none" strike="noStrike">
                          <a:solidFill>
                            <a:srgbClr val="000000"/>
                          </a:solidFill>
                          <a:latin typeface="Calibri"/>
                          <a:ea typeface="Calibri"/>
                          <a:cs typeface="Calibri"/>
                          <a:sym typeface="Calibri"/>
                        </a:rPr>
                        <a:t>10</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None/>
                      </a:pPr>
                      <a:r>
                        <a:rPr lang="en-US" sz="1100" b="0" i="0" u="none" strike="noStrike">
                          <a:solidFill>
                            <a:srgbClr val="000000"/>
                          </a:solidFill>
                          <a:latin typeface="Calibri"/>
                          <a:ea typeface="Calibri"/>
                          <a:cs typeface="Calibri"/>
                          <a:sym typeface="Calibri"/>
                        </a:rPr>
                        <a:t>1000000</a:t>
                      </a:r>
                      <a:endParaRPr/>
                    </a:p>
                  </a:txBody>
                  <a:tcPr marL="9525" marR="9525" marT="952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bl>
          </a:graphicData>
        </a:graphic>
      </p:graphicFrame>
      <p:sp>
        <p:nvSpPr>
          <p:cNvPr id="475" name="Google Shape;475;p42"/>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476" name="Google Shape;476;p42"/>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42</a:t>
            </a:fld>
            <a:endParaRPr/>
          </a:p>
        </p:txBody>
      </p:sp>
      <p:sp>
        <p:nvSpPr>
          <p:cNvPr id="477" name="Google Shape;477;p42"/>
          <p:cNvSpPr txBox="1"/>
          <p:nvPr/>
        </p:nvSpPr>
        <p:spPr>
          <a:xfrm>
            <a:off x="3404681" y="1177046"/>
            <a:ext cx="5603132" cy="1477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a:p>
            <a:pPr marL="0" marR="0" lvl="0" indent="0" algn="l" rtl="0">
              <a:spcBef>
                <a:spcPts val="0"/>
              </a:spcBef>
              <a:spcAft>
                <a:spcPts val="0"/>
              </a:spcAft>
              <a:buNone/>
            </a:pPr>
            <a:r>
              <a:rPr lang="en-US" sz="1800">
                <a:solidFill>
                  <a:schemeClr val="dk1"/>
                </a:solidFill>
                <a:latin typeface="Gill Sans"/>
                <a:ea typeface="Gill Sans"/>
                <a:cs typeface="Gill Sans"/>
                <a:sym typeface="Gill Sans"/>
              </a:rPr>
              <a:t>Step1: initializing with constant value arrives from derivative of loss function</a:t>
            </a:r>
            <a:endParaRPr/>
          </a:p>
          <a:p>
            <a:pPr marL="0" marR="0" lvl="0" indent="0" algn="l" rtl="0">
              <a:spcBef>
                <a:spcPts val="0"/>
              </a:spcBef>
              <a:spcAft>
                <a:spcPts val="0"/>
              </a:spcAft>
              <a:buNone/>
            </a:pPr>
            <a:r>
              <a:rPr lang="en-US" sz="1800">
                <a:solidFill>
                  <a:schemeClr val="dk1"/>
                </a:solidFill>
                <a:latin typeface="Gill Sans"/>
                <a:ea typeface="Gill Sans"/>
                <a:cs typeface="Gill Sans"/>
                <a:sym typeface="Gill Sans"/>
              </a:rPr>
              <a:t>Step2: calculate the residuals.</a:t>
            </a:r>
            <a:endParaRPr/>
          </a:p>
          <a:p>
            <a:pPr marL="0" marR="0" lvl="0" indent="0" algn="l" rtl="0">
              <a:spcBef>
                <a:spcPts val="0"/>
              </a:spcBef>
              <a:spcAft>
                <a:spcPts val="0"/>
              </a:spcAft>
              <a:buNone/>
            </a:pPr>
            <a:r>
              <a:rPr lang="en-US" sz="1800">
                <a:solidFill>
                  <a:schemeClr val="dk1"/>
                </a:solidFill>
                <a:latin typeface="Gill Sans"/>
                <a:ea typeface="Gill Sans"/>
                <a:cs typeface="Gill Sans"/>
                <a:sym typeface="Gill Sans"/>
              </a:rPr>
              <a:t>Step3: construct Decision Tree based on residuals</a:t>
            </a:r>
            <a:endParaRPr sz="1800">
              <a:solidFill>
                <a:schemeClr val="dk1"/>
              </a:solidFill>
              <a:latin typeface="Gill Sans"/>
              <a:ea typeface="Gill Sans"/>
              <a:cs typeface="Gill Sans"/>
              <a:sym typeface="Gill San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43"/>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r>
              <a:rPr lang="en-US"/>
              <a:t>GRADIENT BOOSTING FOR CLASSIFICATION</a:t>
            </a:r>
            <a:endParaRPr/>
          </a:p>
        </p:txBody>
      </p:sp>
      <p:sp>
        <p:nvSpPr>
          <p:cNvPr id="483" name="Google Shape;483;p43"/>
          <p:cNvSpPr txBox="1">
            <a:spLocks noGrp="1"/>
          </p:cNvSpPr>
          <p:nvPr>
            <p:ph type="body" idx="1"/>
          </p:nvPr>
        </p:nvSpPr>
        <p:spPr>
          <a:xfrm>
            <a:off x="0" y="891539"/>
            <a:ext cx="9144000" cy="3971405"/>
          </a:xfrm>
          <a:prstGeom prst="rect">
            <a:avLst/>
          </a:prstGeom>
          <a:noFill/>
          <a:ln>
            <a:noFill/>
          </a:ln>
        </p:spPr>
        <p:txBody>
          <a:bodyPr spcFirstLastPara="1" wrap="square" lIns="91425" tIns="45700" rIns="91425" bIns="45700" anchor="t" anchorCtr="0">
            <a:normAutofit/>
          </a:bodyPr>
          <a:lstStyle/>
          <a:p>
            <a:pPr marL="171450" lvl="0" indent="-171450" algn="l" rtl="0">
              <a:lnSpc>
                <a:spcPct val="100000"/>
              </a:lnSpc>
              <a:spcBef>
                <a:spcPts val="0"/>
              </a:spcBef>
              <a:spcAft>
                <a:spcPts val="0"/>
              </a:spcAft>
              <a:buSzPts val="1300"/>
              <a:buChar char="•"/>
            </a:pPr>
            <a:r>
              <a:rPr lang="en-US"/>
              <a:t>Problem Recognize the given hand written capital letter. </a:t>
            </a:r>
            <a:endParaRPr/>
          </a:p>
          <a:p>
            <a:pPr marL="171450" lvl="0" indent="-171450" algn="l" rtl="0">
              <a:lnSpc>
                <a:spcPct val="100000"/>
              </a:lnSpc>
              <a:spcBef>
                <a:spcPts val="750"/>
              </a:spcBef>
              <a:spcAft>
                <a:spcPts val="0"/>
              </a:spcAft>
              <a:buSzPts val="1300"/>
              <a:buChar char="•"/>
            </a:pPr>
            <a:r>
              <a:rPr lang="en-US"/>
              <a:t>Multi-class classification </a:t>
            </a:r>
            <a:endParaRPr/>
          </a:p>
          <a:p>
            <a:pPr marL="171450" lvl="0" indent="-171450" algn="l" rtl="0">
              <a:lnSpc>
                <a:spcPct val="100000"/>
              </a:lnSpc>
              <a:spcBef>
                <a:spcPts val="750"/>
              </a:spcBef>
              <a:spcAft>
                <a:spcPts val="0"/>
              </a:spcAft>
              <a:buSzPts val="1300"/>
              <a:buChar char="•"/>
            </a:pPr>
            <a:r>
              <a:rPr lang="en-US"/>
              <a:t>26 classes. A,B,C,...,Z</a:t>
            </a:r>
            <a:endParaRPr/>
          </a:p>
          <a:p>
            <a:pPr marL="171450" lvl="0" indent="-85725" algn="l" rtl="0">
              <a:lnSpc>
                <a:spcPct val="100000"/>
              </a:lnSpc>
              <a:spcBef>
                <a:spcPts val="750"/>
              </a:spcBef>
              <a:spcAft>
                <a:spcPts val="0"/>
              </a:spcAft>
              <a:buSzPts val="1350"/>
              <a:buNone/>
            </a:pPr>
            <a:endParaRPr/>
          </a:p>
          <a:p>
            <a:pPr marL="171450" lvl="0" indent="-171450" algn="l" rtl="0">
              <a:lnSpc>
                <a:spcPct val="100000"/>
              </a:lnSpc>
              <a:spcBef>
                <a:spcPts val="750"/>
              </a:spcBef>
              <a:spcAft>
                <a:spcPts val="0"/>
              </a:spcAft>
              <a:buSzPts val="1300"/>
              <a:buChar char="•"/>
            </a:pPr>
            <a:r>
              <a:rPr lang="en-US"/>
              <a:t>Feature Vector= (2, 1, 3, 1, 1, 8, 6, 6, 6, 6, 5, 9, 1, 7, 5, 10) Label = G</a:t>
            </a:r>
            <a:endParaRPr/>
          </a:p>
          <a:p>
            <a:pPr marL="171450" lvl="0" indent="-85725" algn="l" rtl="0">
              <a:lnSpc>
                <a:spcPct val="100000"/>
              </a:lnSpc>
              <a:spcBef>
                <a:spcPts val="750"/>
              </a:spcBef>
              <a:spcAft>
                <a:spcPts val="0"/>
              </a:spcAft>
              <a:buSzPts val="1350"/>
              <a:buNone/>
            </a:pPr>
            <a:endParaRPr/>
          </a:p>
          <a:p>
            <a:pPr marL="171450" lvl="0" indent="-85725" algn="l" rtl="0">
              <a:lnSpc>
                <a:spcPct val="100000"/>
              </a:lnSpc>
              <a:spcBef>
                <a:spcPts val="750"/>
              </a:spcBef>
              <a:spcAft>
                <a:spcPts val="0"/>
              </a:spcAft>
              <a:buSzPts val="1350"/>
              <a:buNone/>
            </a:pPr>
            <a:endParaRPr/>
          </a:p>
        </p:txBody>
      </p:sp>
      <p:sp>
        <p:nvSpPr>
          <p:cNvPr id="484" name="Google Shape;484;p43"/>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485" name="Google Shape;485;p43"/>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43</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44"/>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r>
              <a:rPr lang="en-US"/>
              <a:t>FEATURE EXTRACTION</a:t>
            </a:r>
            <a:endParaRPr/>
          </a:p>
        </p:txBody>
      </p:sp>
      <p:sp>
        <p:nvSpPr>
          <p:cNvPr id="491" name="Google Shape;491;p44"/>
          <p:cNvSpPr txBox="1">
            <a:spLocks noGrp="1"/>
          </p:cNvSpPr>
          <p:nvPr>
            <p:ph type="body" idx="1"/>
          </p:nvPr>
        </p:nvSpPr>
        <p:spPr>
          <a:xfrm>
            <a:off x="0" y="891539"/>
            <a:ext cx="9144000" cy="3971405"/>
          </a:xfrm>
          <a:prstGeom prst="rect">
            <a:avLst/>
          </a:prstGeom>
          <a:noFill/>
          <a:ln>
            <a:noFill/>
          </a:ln>
        </p:spPr>
        <p:txBody>
          <a:bodyPr spcFirstLastPara="1" wrap="square" lIns="91425" tIns="45700" rIns="91425" bIns="45700" anchor="t" anchorCtr="0">
            <a:normAutofit fontScale="92500" lnSpcReduction="20000"/>
          </a:bodyPr>
          <a:lstStyle/>
          <a:p>
            <a:pPr marL="171450" lvl="0" indent="-171481" algn="l" rtl="0">
              <a:lnSpc>
                <a:spcPct val="100000"/>
              </a:lnSpc>
              <a:spcBef>
                <a:spcPts val="0"/>
              </a:spcBef>
              <a:spcAft>
                <a:spcPts val="0"/>
              </a:spcAft>
              <a:buSzPct val="96296"/>
              <a:buChar char="•"/>
            </a:pPr>
            <a:r>
              <a:rPr lang="en-US"/>
              <a:t>Data set : </a:t>
            </a:r>
            <a:r>
              <a:rPr lang="en-US" u="sng">
                <a:solidFill>
                  <a:schemeClr val="hlink"/>
                </a:solidFill>
                <a:hlinkClick r:id="rId3"/>
              </a:rPr>
              <a:t>http://archive.ics.uci.edu/ml/datasets/Letter</a:t>
            </a:r>
            <a:r>
              <a:rPr lang="en-US"/>
              <a:t>+</a:t>
            </a:r>
            <a:endParaRPr/>
          </a:p>
          <a:p>
            <a:pPr marL="171450" lvl="0" indent="-171481" algn="l" rtl="0">
              <a:lnSpc>
                <a:spcPct val="100000"/>
              </a:lnSpc>
              <a:spcBef>
                <a:spcPts val="750"/>
              </a:spcBef>
              <a:spcAft>
                <a:spcPts val="0"/>
              </a:spcAft>
              <a:buSzPct val="96296"/>
              <a:buChar char="•"/>
            </a:pPr>
            <a:r>
              <a:rPr lang="en-US"/>
              <a:t>1 horizontal position of box </a:t>
            </a:r>
            <a:endParaRPr/>
          </a:p>
          <a:p>
            <a:pPr marL="171450" lvl="0" indent="-171481" algn="l" rtl="0">
              <a:lnSpc>
                <a:spcPct val="100000"/>
              </a:lnSpc>
              <a:spcBef>
                <a:spcPts val="750"/>
              </a:spcBef>
              <a:spcAft>
                <a:spcPts val="0"/>
              </a:spcAft>
              <a:buSzPct val="96296"/>
              <a:buChar char="•"/>
            </a:pPr>
            <a:r>
              <a:rPr lang="en-US"/>
              <a:t>2 vertical position of box </a:t>
            </a:r>
            <a:endParaRPr/>
          </a:p>
          <a:p>
            <a:pPr marL="171450" lvl="0" indent="-171481" algn="l" rtl="0">
              <a:lnSpc>
                <a:spcPct val="100000"/>
              </a:lnSpc>
              <a:spcBef>
                <a:spcPts val="750"/>
              </a:spcBef>
              <a:spcAft>
                <a:spcPts val="0"/>
              </a:spcAft>
              <a:buSzPct val="96296"/>
              <a:buChar char="•"/>
            </a:pPr>
            <a:r>
              <a:rPr lang="en-US"/>
              <a:t>3 width of box 11 mean of x * x * y</a:t>
            </a:r>
            <a:endParaRPr/>
          </a:p>
          <a:p>
            <a:pPr marL="171450" lvl="0" indent="-171481" algn="l" rtl="0">
              <a:lnSpc>
                <a:spcPct val="100000"/>
              </a:lnSpc>
              <a:spcBef>
                <a:spcPts val="750"/>
              </a:spcBef>
              <a:spcAft>
                <a:spcPts val="0"/>
              </a:spcAft>
              <a:buSzPct val="96296"/>
              <a:buChar char="•"/>
            </a:pPr>
            <a:r>
              <a:rPr lang="en-US"/>
              <a:t>4 height of box</a:t>
            </a:r>
            <a:endParaRPr/>
          </a:p>
          <a:p>
            <a:pPr marL="171450" lvl="0" indent="-171481" algn="l" rtl="0">
              <a:lnSpc>
                <a:spcPct val="100000"/>
              </a:lnSpc>
              <a:spcBef>
                <a:spcPts val="750"/>
              </a:spcBef>
              <a:spcAft>
                <a:spcPts val="0"/>
              </a:spcAft>
              <a:buSzPct val="96296"/>
              <a:buChar char="•"/>
            </a:pPr>
            <a:r>
              <a:rPr lang="en-US"/>
              <a:t>5 total number on pixels</a:t>
            </a:r>
            <a:endParaRPr/>
          </a:p>
          <a:p>
            <a:pPr marL="171450" lvl="0" indent="-171481" algn="l" rtl="0">
              <a:lnSpc>
                <a:spcPct val="100000"/>
              </a:lnSpc>
              <a:spcBef>
                <a:spcPts val="750"/>
              </a:spcBef>
              <a:spcAft>
                <a:spcPts val="0"/>
              </a:spcAft>
              <a:buSzPct val="96296"/>
              <a:buChar char="•"/>
            </a:pPr>
            <a:r>
              <a:rPr lang="en-US"/>
              <a:t>6 mean x of on pixels in box</a:t>
            </a:r>
            <a:endParaRPr/>
          </a:p>
          <a:p>
            <a:pPr marL="171450" lvl="0" indent="-171481" algn="l" rtl="0">
              <a:lnSpc>
                <a:spcPct val="100000"/>
              </a:lnSpc>
              <a:spcBef>
                <a:spcPts val="750"/>
              </a:spcBef>
              <a:spcAft>
                <a:spcPts val="0"/>
              </a:spcAft>
              <a:buSzPct val="96296"/>
              <a:buChar char="•"/>
            </a:pPr>
            <a:r>
              <a:rPr lang="en-US"/>
              <a:t>7 mean y of on pixels in box</a:t>
            </a:r>
            <a:endParaRPr/>
          </a:p>
          <a:p>
            <a:pPr marL="171450" lvl="0" indent="-171481" algn="l" rtl="0">
              <a:lnSpc>
                <a:spcPct val="100000"/>
              </a:lnSpc>
              <a:spcBef>
                <a:spcPts val="750"/>
              </a:spcBef>
              <a:spcAft>
                <a:spcPts val="0"/>
              </a:spcAft>
              <a:buSzPct val="96296"/>
              <a:buChar char="•"/>
            </a:pPr>
            <a:r>
              <a:rPr lang="en-US"/>
              <a:t>8 mean x variance</a:t>
            </a:r>
            <a:endParaRPr/>
          </a:p>
          <a:p>
            <a:pPr marL="171450" lvl="0" indent="-171481" algn="l" rtl="0">
              <a:lnSpc>
                <a:spcPct val="100000"/>
              </a:lnSpc>
              <a:spcBef>
                <a:spcPts val="750"/>
              </a:spcBef>
              <a:spcAft>
                <a:spcPts val="0"/>
              </a:spcAft>
              <a:buSzPct val="96296"/>
              <a:buChar char="•"/>
            </a:pPr>
            <a:r>
              <a:rPr lang="en-US"/>
              <a:t>9 mean y variance </a:t>
            </a:r>
            <a:endParaRPr/>
          </a:p>
          <a:p>
            <a:pPr marL="171450" lvl="0" indent="-171481" algn="l" rtl="0">
              <a:lnSpc>
                <a:spcPct val="100000"/>
              </a:lnSpc>
              <a:spcBef>
                <a:spcPts val="750"/>
              </a:spcBef>
              <a:spcAft>
                <a:spcPts val="0"/>
              </a:spcAft>
              <a:buSzPct val="96296"/>
              <a:buChar char="•"/>
            </a:pPr>
            <a:r>
              <a:rPr lang="en-US"/>
              <a:t>10 mean x y correlation </a:t>
            </a:r>
            <a:endParaRPr/>
          </a:p>
          <a:p>
            <a:pPr marL="171450" lvl="0" indent="-171481" algn="l" rtl="0">
              <a:lnSpc>
                <a:spcPct val="100000"/>
              </a:lnSpc>
              <a:spcBef>
                <a:spcPts val="750"/>
              </a:spcBef>
              <a:spcAft>
                <a:spcPts val="0"/>
              </a:spcAft>
              <a:buSzPct val="96296"/>
              <a:buChar char="•"/>
            </a:pPr>
            <a:r>
              <a:rPr lang="en-US"/>
              <a:t>12 mean of x * y * y</a:t>
            </a:r>
            <a:endParaRPr/>
          </a:p>
          <a:p>
            <a:pPr marL="171450" lvl="0" indent="-171481" algn="l" rtl="0">
              <a:lnSpc>
                <a:spcPct val="100000"/>
              </a:lnSpc>
              <a:spcBef>
                <a:spcPts val="750"/>
              </a:spcBef>
              <a:spcAft>
                <a:spcPts val="0"/>
              </a:spcAft>
              <a:buSzPct val="96296"/>
              <a:buChar char="•"/>
            </a:pPr>
            <a:r>
              <a:rPr lang="en-US"/>
              <a:t>13 mean edge count left to right</a:t>
            </a:r>
            <a:endParaRPr/>
          </a:p>
          <a:p>
            <a:pPr marL="171450" lvl="0" indent="-171481" algn="l" rtl="0">
              <a:lnSpc>
                <a:spcPct val="100000"/>
              </a:lnSpc>
              <a:spcBef>
                <a:spcPts val="750"/>
              </a:spcBef>
              <a:spcAft>
                <a:spcPts val="0"/>
              </a:spcAft>
              <a:buSzPct val="96296"/>
              <a:buChar char="•"/>
            </a:pPr>
            <a:r>
              <a:rPr lang="en-US"/>
              <a:t>14 correlation of x-ege with y</a:t>
            </a:r>
            <a:endParaRPr/>
          </a:p>
          <a:p>
            <a:pPr marL="171450" lvl="0" indent="-171481" algn="l" rtl="0">
              <a:lnSpc>
                <a:spcPct val="100000"/>
              </a:lnSpc>
              <a:spcBef>
                <a:spcPts val="750"/>
              </a:spcBef>
              <a:spcAft>
                <a:spcPts val="0"/>
              </a:spcAft>
              <a:buSzPct val="96296"/>
              <a:buChar char="•"/>
            </a:pPr>
            <a:r>
              <a:rPr lang="en-US"/>
              <a:t>15 mean edge count bottom to top</a:t>
            </a:r>
            <a:endParaRPr/>
          </a:p>
          <a:p>
            <a:pPr marL="171450" lvl="0" indent="-171481" algn="l" rtl="0">
              <a:lnSpc>
                <a:spcPct val="100000"/>
              </a:lnSpc>
              <a:spcBef>
                <a:spcPts val="750"/>
              </a:spcBef>
              <a:spcAft>
                <a:spcPts val="0"/>
              </a:spcAft>
              <a:buSzPct val="96296"/>
              <a:buChar char="•"/>
            </a:pPr>
            <a:r>
              <a:rPr lang="en-US"/>
              <a:t>16 correlation of y-ege with x </a:t>
            </a:r>
            <a:endParaRPr/>
          </a:p>
          <a:p>
            <a:pPr marL="171450" lvl="0" indent="-92202" algn="l" rtl="0">
              <a:lnSpc>
                <a:spcPct val="100000"/>
              </a:lnSpc>
              <a:spcBef>
                <a:spcPts val="750"/>
              </a:spcBef>
              <a:spcAft>
                <a:spcPts val="0"/>
              </a:spcAft>
              <a:buSzPct val="100000"/>
              <a:buNone/>
            </a:pPr>
            <a:endParaRPr/>
          </a:p>
        </p:txBody>
      </p:sp>
      <p:sp>
        <p:nvSpPr>
          <p:cNvPr id="492" name="Google Shape;492;p44"/>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493" name="Google Shape;493;p44"/>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44</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45"/>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endParaRPr/>
          </a:p>
        </p:txBody>
      </p:sp>
      <p:sp>
        <p:nvSpPr>
          <p:cNvPr id="499" name="Google Shape;499;p45"/>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500" name="Google Shape;500;p45"/>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45</a:t>
            </a:fld>
            <a:endParaRPr/>
          </a:p>
        </p:txBody>
      </p:sp>
      <p:pic>
        <p:nvPicPr>
          <p:cNvPr id="501" name="Google Shape;501;p45"/>
          <p:cNvPicPr preferRelativeResize="0">
            <a:picLocks noGrp="1"/>
          </p:cNvPicPr>
          <p:nvPr>
            <p:ph type="body" idx="1"/>
          </p:nvPr>
        </p:nvPicPr>
        <p:blipFill rotWithShape="1">
          <a:blip r:embed="rId3">
            <a:alphaModFix/>
          </a:blip>
          <a:srcRect/>
          <a:stretch/>
        </p:blipFill>
        <p:spPr>
          <a:xfrm>
            <a:off x="1497492" y="924127"/>
            <a:ext cx="5779365" cy="375356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46"/>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endParaRPr/>
          </a:p>
        </p:txBody>
      </p:sp>
      <p:sp>
        <p:nvSpPr>
          <p:cNvPr id="507" name="Google Shape;507;p46"/>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508" name="Google Shape;508;p46"/>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46</a:t>
            </a:fld>
            <a:endParaRPr/>
          </a:p>
        </p:txBody>
      </p:sp>
      <p:pic>
        <p:nvPicPr>
          <p:cNvPr id="509" name="Google Shape;509;p46"/>
          <p:cNvPicPr preferRelativeResize="0">
            <a:picLocks noGrp="1"/>
          </p:cNvPicPr>
          <p:nvPr>
            <p:ph type="body" idx="1"/>
          </p:nvPr>
        </p:nvPicPr>
        <p:blipFill rotWithShape="1">
          <a:blip r:embed="rId3">
            <a:alphaModFix/>
          </a:blip>
          <a:srcRect/>
          <a:stretch/>
        </p:blipFill>
        <p:spPr>
          <a:xfrm>
            <a:off x="1262062" y="1053306"/>
            <a:ext cx="6619875" cy="364807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47"/>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endParaRPr/>
          </a:p>
        </p:txBody>
      </p:sp>
      <p:sp>
        <p:nvSpPr>
          <p:cNvPr id="515" name="Google Shape;515;p47"/>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516" name="Google Shape;516;p47"/>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47</a:t>
            </a:fld>
            <a:endParaRPr/>
          </a:p>
        </p:txBody>
      </p:sp>
      <p:pic>
        <p:nvPicPr>
          <p:cNvPr id="517" name="Google Shape;517;p47"/>
          <p:cNvPicPr preferRelativeResize="0">
            <a:picLocks noGrp="1"/>
          </p:cNvPicPr>
          <p:nvPr>
            <p:ph type="body" idx="1"/>
          </p:nvPr>
        </p:nvPicPr>
        <p:blipFill rotWithShape="1">
          <a:blip r:embed="rId3">
            <a:alphaModFix/>
          </a:blip>
          <a:srcRect/>
          <a:stretch/>
        </p:blipFill>
        <p:spPr>
          <a:xfrm>
            <a:off x="1585140" y="892175"/>
            <a:ext cx="5973720" cy="3970338"/>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p48"/>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endParaRPr/>
          </a:p>
        </p:txBody>
      </p:sp>
      <p:sp>
        <p:nvSpPr>
          <p:cNvPr id="523" name="Google Shape;523;p48"/>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524" name="Google Shape;524;p48"/>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48</a:t>
            </a:fld>
            <a:endParaRPr/>
          </a:p>
        </p:txBody>
      </p:sp>
      <p:pic>
        <p:nvPicPr>
          <p:cNvPr id="525" name="Google Shape;525;p48"/>
          <p:cNvPicPr preferRelativeResize="0">
            <a:picLocks noGrp="1"/>
          </p:cNvPicPr>
          <p:nvPr>
            <p:ph type="body" idx="1"/>
          </p:nvPr>
        </p:nvPicPr>
        <p:blipFill rotWithShape="1">
          <a:blip r:embed="rId3">
            <a:alphaModFix/>
          </a:blip>
          <a:srcRect/>
          <a:stretch/>
        </p:blipFill>
        <p:spPr>
          <a:xfrm>
            <a:off x="1438236" y="892175"/>
            <a:ext cx="6267527" cy="3970338"/>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49"/>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endParaRPr/>
          </a:p>
        </p:txBody>
      </p:sp>
      <p:sp>
        <p:nvSpPr>
          <p:cNvPr id="531" name="Google Shape;531;p49"/>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532" name="Google Shape;532;p49"/>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49</a:t>
            </a:fld>
            <a:endParaRPr/>
          </a:p>
        </p:txBody>
      </p:sp>
      <p:pic>
        <p:nvPicPr>
          <p:cNvPr id="533" name="Google Shape;533;p49"/>
          <p:cNvPicPr preferRelativeResize="0">
            <a:picLocks noGrp="1"/>
          </p:cNvPicPr>
          <p:nvPr>
            <p:ph type="body" idx="1"/>
          </p:nvPr>
        </p:nvPicPr>
        <p:blipFill rotWithShape="1">
          <a:blip r:embed="rId3">
            <a:alphaModFix/>
          </a:blip>
          <a:srcRect/>
          <a:stretch/>
        </p:blipFill>
        <p:spPr>
          <a:xfrm>
            <a:off x="1135604" y="892175"/>
            <a:ext cx="6872792" cy="3970338"/>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50"/>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endParaRPr/>
          </a:p>
        </p:txBody>
      </p:sp>
      <p:sp>
        <p:nvSpPr>
          <p:cNvPr id="539" name="Google Shape;539;p50"/>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540" name="Google Shape;540;p50"/>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50</a:t>
            </a:fld>
            <a:endParaRPr/>
          </a:p>
        </p:txBody>
      </p:sp>
      <p:pic>
        <p:nvPicPr>
          <p:cNvPr id="541" name="Google Shape;541;p50"/>
          <p:cNvPicPr preferRelativeResize="0">
            <a:picLocks noGrp="1"/>
          </p:cNvPicPr>
          <p:nvPr>
            <p:ph type="body" idx="1"/>
          </p:nvPr>
        </p:nvPicPr>
        <p:blipFill rotWithShape="1">
          <a:blip r:embed="rId3">
            <a:alphaModFix/>
          </a:blip>
          <a:srcRect/>
          <a:stretch/>
        </p:blipFill>
        <p:spPr>
          <a:xfrm>
            <a:off x="2556087" y="892175"/>
            <a:ext cx="4031826" cy="3970338"/>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51"/>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endParaRPr/>
          </a:p>
        </p:txBody>
      </p:sp>
      <p:sp>
        <p:nvSpPr>
          <p:cNvPr id="547" name="Google Shape;547;p51"/>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548" name="Google Shape;548;p51"/>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51</a:t>
            </a:fld>
            <a:endParaRPr/>
          </a:p>
        </p:txBody>
      </p:sp>
      <p:pic>
        <p:nvPicPr>
          <p:cNvPr id="549" name="Google Shape;549;p51"/>
          <p:cNvPicPr preferRelativeResize="0">
            <a:picLocks noGrp="1"/>
          </p:cNvPicPr>
          <p:nvPr>
            <p:ph type="body" idx="1"/>
          </p:nvPr>
        </p:nvPicPr>
        <p:blipFill rotWithShape="1">
          <a:blip r:embed="rId3">
            <a:alphaModFix/>
          </a:blip>
          <a:srcRect/>
          <a:stretch/>
        </p:blipFill>
        <p:spPr>
          <a:xfrm>
            <a:off x="1133485" y="892175"/>
            <a:ext cx="6877029" cy="3970338"/>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p52"/>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endParaRPr/>
          </a:p>
        </p:txBody>
      </p:sp>
      <p:sp>
        <p:nvSpPr>
          <p:cNvPr id="555" name="Google Shape;555;p52"/>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556" name="Google Shape;556;p52"/>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52</a:t>
            </a:fld>
            <a:endParaRPr/>
          </a:p>
        </p:txBody>
      </p:sp>
      <p:pic>
        <p:nvPicPr>
          <p:cNvPr id="557" name="Google Shape;557;p52"/>
          <p:cNvPicPr preferRelativeResize="0">
            <a:picLocks noGrp="1"/>
          </p:cNvPicPr>
          <p:nvPr>
            <p:ph type="body" idx="1"/>
          </p:nvPr>
        </p:nvPicPr>
        <p:blipFill rotWithShape="1">
          <a:blip r:embed="rId3">
            <a:alphaModFix/>
          </a:blip>
          <a:srcRect/>
          <a:stretch/>
        </p:blipFill>
        <p:spPr>
          <a:xfrm>
            <a:off x="2537088" y="892175"/>
            <a:ext cx="4069823" cy="3970338"/>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Google Shape;562;p53"/>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endParaRPr/>
          </a:p>
        </p:txBody>
      </p:sp>
      <p:sp>
        <p:nvSpPr>
          <p:cNvPr id="563" name="Google Shape;563;p53"/>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564" name="Google Shape;564;p53"/>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53</a:t>
            </a:fld>
            <a:endParaRPr/>
          </a:p>
        </p:txBody>
      </p:sp>
      <p:pic>
        <p:nvPicPr>
          <p:cNvPr id="565" name="Google Shape;565;p53"/>
          <p:cNvPicPr preferRelativeResize="0">
            <a:picLocks noGrp="1"/>
          </p:cNvPicPr>
          <p:nvPr>
            <p:ph type="body" idx="1"/>
          </p:nvPr>
        </p:nvPicPr>
        <p:blipFill rotWithShape="1">
          <a:blip r:embed="rId3">
            <a:alphaModFix/>
          </a:blip>
          <a:srcRect/>
          <a:stretch/>
        </p:blipFill>
        <p:spPr>
          <a:xfrm>
            <a:off x="996791" y="892175"/>
            <a:ext cx="7150417" cy="3970338"/>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sp>
        <p:nvSpPr>
          <p:cNvPr id="570" name="Google Shape;570;p54"/>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endParaRPr/>
          </a:p>
        </p:txBody>
      </p:sp>
      <p:sp>
        <p:nvSpPr>
          <p:cNvPr id="571" name="Google Shape;571;p54"/>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572" name="Google Shape;572;p54"/>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54</a:t>
            </a:fld>
            <a:endParaRPr/>
          </a:p>
        </p:txBody>
      </p:sp>
      <p:pic>
        <p:nvPicPr>
          <p:cNvPr id="573" name="Google Shape;573;p54"/>
          <p:cNvPicPr preferRelativeResize="0">
            <a:picLocks noGrp="1"/>
          </p:cNvPicPr>
          <p:nvPr>
            <p:ph type="body" idx="1"/>
          </p:nvPr>
        </p:nvPicPr>
        <p:blipFill rotWithShape="1">
          <a:blip r:embed="rId3">
            <a:alphaModFix/>
          </a:blip>
          <a:srcRect/>
          <a:stretch/>
        </p:blipFill>
        <p:spPr>
          <a:xfrm>
            <a:off x="1404177" y="892175"/>
            <a:ext cx="6335646" cy="3970338"/>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sp>
        <p:nvSpPr>
          <p:cNvPr id="578" name="Google Shape;578;p55"/>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r>
              <a:rPr lang="en-US"/>
              <a:t>XG-BOOST</a:t>
            </a:r>
            <a:endParaRPr/>
          </a:p>
        </p:txBody>
      </p:sp>
      <p:sp>
        <p:nvSpPr>
          <p:cNvPr id="579" name="Google Shape;579;p55"/>
          <p:cNvSpPr txBox="1">
            <a:spLocks noGrp="1"/>
          </p:cNvSpPr>
          <p:nvPr>
            <p:ph type="body" idx="1"/>
          </p:nvPr>
        </p:nvSpPr>
        <p:spPr>
          <a:xfrm>
            <a:off x="0" y="891539"/>
            <a:ext cx="9144000" cy="3971405"/>
          </a:xfrm>
          <a:prstGeom prst="rect">
            <a:avLst/>
          </a:prstGeom>
          <a:noFill/>
          <a:ln>
            <a:noFill/>
          </a:ln>
        </p:spPr>
        <p:txBody>
          <a:bodyPr spcFirstLastPara="1" wrap="square" lIns="91425" tIns="45700" rIns="91425" bIns="45700" anchor="t" anchorCtr="0">
            <a:normAutofit/>
          </a:bodyPr>
          <a:lstStyle/>
          <a:p>
            <a:pPr marL="171450" lvl="0" indent="-171450" algn="l" rtl="0">
              <a:lnSpc>
                <a:spcPct val="100000"/>
              </a:lnSpc>
              <a:spcBef>
                <a:spcPts val="0"/>
              </a:spcBef>
              <a:spcAft>
                <a:spcPts val="0"/>
              </a:spcAft>
              <a:buSzPts val="1300"/>
              <a:buChar char="•"/>
            </a:pPr>
            <a:r>
              <a:rPr lang="en-US"/>
              <a:t>XG-Boost : Extreme Gradient Boosting  Algorithm</a:t>
            </a:r>
            <a:endParaRPr/>
          </a:p>
          <a:p>
            <a:pPr marL="171450" lvl="0" indent="-171450" algn="l" rtl="0">
              <a:lnSpc>
                <a:spcPct val="100000"/>
              </a:lnSpc>
              <a:spcBef>
                <a:spcPts val="750"/>
              </a:spcBef>
              <a:spcAft>
                <a:spcPts val="0"/>
              </a:spcAft>
              <a:buSzPts val="1300"/>
              <a:buChar char="•"/>
            </a:pPr>
            <a:r>
              <a:rPr lang="en-US"/>
              <a:t>XGBoost was developed by Tianqi Chen and collaborators for speed and performance</a:t>
            </a:r>
            <a:endParaRPr/>
          </a:p>
          <a:p>
            <a:pPr marL="171450" lvl="0" indent="-171450" algn="l" rtl="0">
              <a:lnSpc>
                <a:spcPct val="100000"/>
              </a:lnSpc>
              <a:spcBef>
                <a:spcPts val="750"/>
              </a:spcBef>
              <a:spcAft>
                <a:spcPts val="0"/>
              </a:spcAft>
              <a:buSzPts val="1300"/>
              <a:buChar char="•"/>
            </a:pPr>
            <a:r>
              <a:rPr lang="en-US"/>
              <a:t>XGBoost is an implementation of gradient boosted decision trees designed for speed and performance.</a:t>
            </a:r>
            <a:endParaRPr/>
          </a:p>
          <a:p>
            <a:pPr marL="171450" lvl="0" indent="-85725" algn="l" rtl="0">
              <a:lnSpc>
                <a:spcPct val="100000"/>
              </a:lnSpc>
              <a:spcBef>
                <a:spcPts val="750"/>
              </a:spcBef>
              <a:spcAft>
                <a:spcPts val="0"/>
              </a:spcAft>
              <a:buSzPts val="1350"/>
              <a:buNone/>
            </a:pPr>
            <a:endParaRPr/>
          </a:p>
        </p:txBody>
      </p:sp>
      <p:sp>
        <p:nvSpPr>
          <p:cNvPr id="580" name="Google Shape;580;p55"/>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581" name="Google Shape;581;p55"/>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55</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85"/>
        <p:cNvGrpSpPr/>
        <p:nvPr/>
      </p:nvGrpSpPr>
      <p:grpSpPr>
        <a:xfrm>
          <a:off x="0" y="0"/>
          <a:ext cx="0" cy="0"/>
          <a:chOff x="0" y="0"/>
          <a:chExt cx="0" cy="0"/>
        </a:xfrm>
      </p:grpSpPr>
      <p:sp>
        <p:nvSpPr>
          <p:cNvPr id="586" name="Google Shape;586;p56"/>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endParaRPr/>
          </a:p>
        </p:txBody>
      </p:sp>
      <p:sp>
        <p:nvSpPr>
          <p:cNvPr id="587" name="Google Shape;587;p56"/>
          <p:cNvSpPr txBox="1">
            <a:spLocks noGrp="1"/>
          </p:cNvSpPr>
          <p:nvPr>
            <p:ph type="body" idx="1"/>
          </p:nvPr>
        </p:nvSpPr>
        <p:spPr>
          <a:xfrm>
            <a:off x="0" y="891539"/>
            <a:ext cx="9144000" cy="3971405"/>
          </a:xfrm>
          <a:prstGeom prst="rect">
            <a:avLst/>
          </a:prstGeom>
          <a:noFill/>
          <a:ln>
            <a:noFill/>
          </a:ln>
        </p:spPr>
        <p:txBody>
          <a:bodyPr spcFirstLastPara="1" wrap="square" lIns="91425" tIns="45700" rIns="91425" bIns="45700" anchor="t" anchorCtr="0">
            <a:normAutofit lnSpcReduction="10000"/>
          </a:bodyPr>
          <a:lstStyle/>
          <a:p>
            <a:pPr marL="171450" lvl="0" indent="-171450" algn="l" rtl="0">
              <a:lnSpc>
                <a:spcPct val="100000"/>
              </a:lnSpc>
              <a:spcBef>
                <a:spcPts val="0"/>
              </a:spcBef>
              <a:spcAft>
                <a:spcPts val="0"/>
              </a:spcAft>
              <a:buSzPts val="1300"/>
              <a:buChar char="•"/>
            </a:pPr>
            <a:r>
              <a:rPr lang="en-US" b="1"/>
              <a:t>Parallel Computing:</a:t>
            </a:r>
            <a:r>
              <a:rPr lang="en-US"/>
              <a:t> It is enabled with parallel processing (using OpenMP); i.e., when you run xgboost, by default, it would use all the cores of your laptop/machine.</a:t>
            </a:r>
            <a:endParaRPr/>
          </a:p>
          <a:p>
            <a:pPr marL="171450" lvl="0" indent="-171450" algn="l" rtl="0">
              <a:lnSpc>
                <a:spcPct val="100000"/>
              </a:lnSpc>
              <a:spcBef>
                <a:spcPts val="750"/>
              </a:spcBef>
              <a:spcAft>
                <a:spcPts val="0"/>
              </a:spcAft>
              <a:buSzPts val="1300"/>
              <a:buChar char="•"/>
            </a:pPr>
            <a:r>
              <a:rPr lang="en-US" b="1"/>
              <a:t>Regularization:</a:t>
            </a:r>
            <a:r>
              <a:rPr lang="en-US"/>
              <a:t> I believe this is the biggest advantage of xgboost. GBM has no provision for regularization. Regularization is a technique used to avoid overfitting in linear and tree-based models.</a:t>
            </a:r>
            <a:endParaRPr/>
          </a:p>
          <a:p>
            <a:pPr marL="171450" lvl="0" indent="-171450" algn="l" rtl="0">
              <a:lnSpc>
                <a:spcPct val="100000"/>
              </a:lnSpc>
              <a:spcBef>
                <a:spcPts val="750"/>
              </a:spcBef>
              <a:spcAft>
                <a:spcPts val="0"/>
              </a:spcAft>
              <a:buSzPts val="1300"/>
              <a:buChar char="•"/>
            </a:pPr>
            <a:r>
              <a:rPr lang="en-US" b="1"/>
              <a:t>Enabled Cross Validation:</a:t>
            </a:r>
            <a:r>
              <a:rPr lang="en-US"/>
              <a:t> In R, we usually use external packages such as caret and mlr to obtain CV results. But, xgboost is enabled with internal CV function (we'll see below).</a:t>
            </a:r>
            <a:endParaRPr/>
          </a:p>
          <a:p>
            <a:pPr marL="171450" lvl="0" indent="-171450" algn="l" rtl="0">
              <a:lnSpc>
                <a:spcPct val="100000"/>
              </a:lnSpc>
              <a:spcBef>
                <a:spcPts val="750"/>
              </a:spcBef>
              <a:spcAft>
                <a:spcPts val="0"/>
              </a:spcAft>
              <a:buSzPts val="1300"/>
              <a:buChar char="•"/>
            </a:pPr>
            <a:r>
              <a:rPr lang="en-US" b="1"/>
              <a:t>Missing Values:</a:t>
            </a:r>
            <a:r>
              <a:rPr lang="en-US"/>
              <a:t> XGBoost is designed to handle missing values internally. The missing values are treated in such a manner that if there exists any trend in missing values, it is captured by the model.</a:t>
            </a:r>
            <a:endParaRPr/>
          </a:p>
          <a:p>
            <a:pPr marL="171450" lvl="0" indent="-171450" algn="l" rtl="0">
              <a:lnSpc>
                <a:spcPct val="100000"/>
              </a:lnSpc>
              <a:spcBef>
                <a:spcPts val="750"/>
              </a:spcBef>
              <a:spcAft>
                <a:spcPts val="0"/>
              </a:spcAft>
              <a:buSzPts val="1300"/>
              <a:buChar char="•"/>
            </a:pPr>
            <a:r>
              <a:rPr lang="en-US" b="1"/>
              <a:t>Flexibility:</a:t>
            </a:r>
            <a:r>
              <a:rPr lang="en-US"/>
              <a:t> In addition to regression, classification, and ranking problems, it supports user-defined objective functions also. An objective function is used to measure the performance of the model given a certain set of parameters. Furthermore, it supports user defined evaluation metrics as well.</a:t>
            </a:r>
            <a:endParaRPr/>
          </a:p>
          <a:p>
            <a:pPr marL="171450" lvl="0" indent="-171450" algn="l" rtl="0">
              <a:lnSpc>
                <a:spcPct val="100000"/>
              </a:lnSpc>
              <a:spcBef>
                <a:spcPts val="750"/>
              </a:spcBef>
              <a:spcAft>
                <a:spcPts val="0"/>
              </a:spcAft>
              <a:buSzPts val="1300"/>
              <a:buChar char="•"/>
            </a:pPr>
            <a:r>
              <a:rPr lang="en-US" b="1"/>
              <a:t>Availability:</a:t>
            </a:r>
            <a:r>
              <a:rPr lang="en-US"/>
              <a:t> Currently, it is available for programming languages such as R, Python, Java, Julia, and Scala.</a:t>
            </a:r>
            <a:endParaRPr/>
          </a:p>
          <a:p>
            <a:pPr marL="171450" lvl="0" indent="-171450" algn="l" rtl="0">
              <a:lnSpc>
                <a:spcPct val="100000"/>
              </a:lnSpc>
              <a:spcBef>
                <a:spcPts val="750"/>
              </a:spcBef>
              <a:spcAft>
                <a:spcPts val="0"/>
              </a:spcAft>
              <a:buSzPts val="1300"/>
              <a:buChar char="•"/>
            </a:pPr>
            <a:r>
              <a:rPr lang="en-US" b="1"/>
              <a:t>Save and Reload:</a:t>
            </a:r>
            <a:r>
              <a:rPr lang="en-US"/>
              <a:t> XGBoost gives us a feature to save our data matrix and model and reload it later. Suppose, we have a large data set, we can simply save the model and use it in future instead of wasting time redoing the computation.</a:t>
            </a:r>
            <a:endParaRPr/>
          </a:p>
          <a:p>
            <a:pPr marL="171450" lvl="0" indent="-171450" algn="l" rtl="0">
              <a:lnSpc>
                <a:spcPct val="100000"/>
              </a:lnSpc>
              <a:spcBef>
                <a:spcPts val="750"/>
              </a:spcBef>
              <a:spcAft>
                <a:spcPts val="0"/>
              </a:spcAft>
              <a:buSzPts val="1300"/>
              <a:buChar char="•"/>
            </a:pPr>
            <a:r>
              <a:rPr lang="en-US" b="1"/>
              <a:t>Tree Pruning:</a:t>
            </a:r>
            <a:r>
              <a:rPr lang="en-US"/>
              <a:t> Unlike GBM, where tree pruning stops once a negative loss is encountered, XGBoost grows the tree upto max_depth and then prune backward until the improvement in loss function is below a threshold</a:t>
            </a:r>
            <a:endParaRPr/>
          </a:p>
          <a:p>
            <a:pPr marL="171450" lvl="0" indent="-85725" algn="l" rtl="0">
              <a:lnSpc>
                <a:spcPct val="100000"/>
              </a:lnSpc>
              <a:spcBef>
                <a:spcPts val="750"/>
              </a:spcBef>
              <a:spcAft>
                <a:spcPts val="0"/>
              </a:spcAft>
              <a:buSzPts val="1350"/>
              <a:buNone/>
            </a:pPr>
            <a:endParaRPr/>
          </a:p>
        </p:txBody>
      </p:sp>
      <p:sp>
        <p:nvSpPr>
          <p:cNvPr id="588" name="Google Shape;588;p56"/>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589" name="Google Shape;589;p56"/>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56</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57"/>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r>
              <a:rPr lang="en-US"/>
              <a:t>XG BOOST REGRESSION</a:t>
            </a:r>
            <a:endParaRPr/>
          </a:p>
        </p:txBody>
      </p:sp>
      <p:sp>
        <p:nvSpPr>
          <p:cNvPr id="595" name="Google Shape;595;p57"/>
          <p:cNvSpPr txBox="1">
            <a:spLocks noGrp="1"/>
          </p:cNvSpPr>
          <p:nvPr>
            <p:ph type="body" idx="1"/>
          </p:nvPr>
        </p:nvSpPr>
        <p:spPr>
          <a:xfrm>
            <a:off x="0" y="891539"/>
            <a:ext cx="9144000" cy="3971405"/>
          </a:xfrm>
          <a:prstGeom prst="rect">
            <a:avLst/>
          </a:prstGeom>
          <a:noFill/>
          <a:ln>
            <a:noFill/>
          </a:ln>
        </p:spPr>
        <p:txBody>
          <a:bodyPr spcFirstLastPara="1" wrap="square" lIns="91425" tIns="45700" rIns="91425" bIns="45700" anchor="t" anchorCtr="0">
            <a:normAutofit/>
          </a:bodyPr>
          <a:lstStyle/>
          <a:p>
            <a:pPr marL="171450" lvl="0" indent="-171450" algn="l" rtl="0">
              <a:lnSpc>
                <a:spcPct val="100000"/>
              </a:lnSpc>
              <a:spcBef>
                <a:spcPts val="0"/>
              </a:spcBef>
              <a:spcAft>
                <a:spcPts val="0"/>
              </a:spcAft>
              <a:buSzPts val="1300"/>
              <a:buChar char="•"/>
            </a:pPr>
            <a:r>
              <a:rPr lang="en-US"/>
              <a:t>All residual will be stores as leaf</a:t>
            </a:r>
            <a:endParaRPr/>
          </a:p>
          <a:p>
            <a:pPr marL="171450" lvl="0" indent="-171450" algn="l" rtl="0">
              <a:lnSpc>
                <a:spcPct val="100000"/>
              </a:lnSpc>
              <a:spcBef>
                <a:spcPts val="750"/>
              </a:spcBef>
              <a:spcAft>
                <a:spcPts val="0"/>
              </a:spcAft>
              <a:buSzPts val="1300"/>
              <a:buChar char="•"/>
            </a:pPr>
            <a:r>
              <a:rPr lang="en-US"/>
              <a:t>Calculating similarity score for the residuals.  Summation of residual square divided by  summation of number of residual and the regularization</a:t>
            </a:r>
            <a:endParaRPr/>
          </a:p>
          <a:p>
            <a:pPr marL="171450" lvl="0" indent="-85725" algn="l" rtl="0">
              <a:lnSpc>
                <a:spcPct val="100000"/>
              </a:lnSpc>
              <a:spcBef>
                <a:spcPts val="750"/>
              </a:spcBef>
              <a:spcAft>
                <a:spcPts val="0"/>
              </a:spcAft>
              <a:buSzPts val="1350"/>
              <a:buNone/>
            </a:pPr>
            <a:endParaRPr/>
          </a:p>
          <a:p>
            <a:pPr marL="171450" lvl="0" indent="-171450" algn="l" rtl="0">
              <a:lnSpc>
                <a:spcPct val="100000"/>
              </a:lnSpc>
              <a:spcBef>
                <a:spcPts val="750"/>
              </a:spcBef>
              <a:spcAft>
                <a:spcPts val="0"/>
              </a:spcAft>
              <a:buSzPts val="1300"/>
              <a:buChar char="•"/>
            </a:pPr>
            <a:r>
              <a:rPr lang="en-US"/>
              <a:t>Similarity score= ∑ (y-ypred)**2/ number of residuals + lambda </a:t>
            </a:r>
            <a:endParaRPr/>
          </a:p>
          <a:p>
            <a:pPr marL="171450" lvl="0" indent="-171450" algn="l" rtl="0">
              <a:lnSpc>
                <a:spcPct val="100000"/>
              </a:lnSpc>
              <a:spcBef>
                <a:spcPts val="750"/>
              </a:spcBef>
              <a:spcAft>
                <a:spcPts val="0"/>
              </a:spcAft>
              <a:buSzPts val="1300"/>
              <a:buChar char="•"/>
            </a:pPr>
            <a:r>
              <a:rPr lang="en-US"/>
              <a:t>Here lambda is regularization parameter</a:t>
            </a:r>
            <a:endParaRPr/>
          </a:p>
          <a:p>
            <a:pPr marL="171450" lvl="0" indent="-171450" algn="l" rtl="0">
              <a:lnSpc>
                <a:spcPct val="100000"/>
              </a:lnSpc>
              <a:spcBef>
                <a:spcPts val="750"/>
              </a:spcBef>
              <a:spcAft>
                <a:spcPts val="0"/>
              </a:spcAft>
              <a:buSzPts val="1300"/>
              <a:buChar char="•"/>
            </a:pPr>
            <a:r>
              <a:rPr lang="en-US"/>
              <a:t>Consider average to decide the split point. Values less than split point should be at left and values greater than split point is at right side. Again calculate the </a:t>
            </a:r>
            <a:endParaRPr/>
          </a:p>
          <a:p>
            <a:pPr marL="171450" lvl="0" indent="-85725" algn="l" rtl="0">
              <a:lnSpc>
                <a:spcPct val="100000"/>
              </a:lnSpc>
              <a:spcBef>
                <a:spcPts val="750"/>
              </a:spcBef>
              <a:spcAft>
                <a:spcPts val="0"/>
              </a:spcAft>
              <a:buSzPts val="1350"/>
              <a:buNone/>
            </a:pPr>
            <a:endParaRPr/>
          </a:p>
          <a:p>
            <a:pPr marL="171450" lvl="0" indent="-171450" algn="l" rtl="0">
              <a:lnSpc>
                <a:spcPct val="100000"/>
              </a:lnSpc>
              <a:spcBef>
                <a:spcPts val="750"/>
              </a:spcBef>
              <a:spcAft>
                <a:spcPts val="0"/>
              </a:spcAft>
              <a:buSzPts val="1300"/>
              <a:buChar char="•"/>
            </a:pPr>
            <a:r>
              <a:rPr lang="en-US"/>
              <a:t>Calculate the Gain =  Left </a:t>
            </a:r>
            <a:r>
              <a:rPr lang="en-US" sz="1050"/>
              <a:t>similarity score </a:t>
            </a:r>
            <a:r>
              <a:rPr lang="en-US"/>
              <a:t>+ Right </a:t>
            </a:r>
            <a:r>
              <a:rPr lang="en-US" sz="1050"/>
              <a:t>similarity score</a:t>
            </a:r>
            <a:r>
              <a:rPr lang="en-US"/>
              <a:t>  - Root </a:t>
            </a:r>
            <a:endParaRPr/>
          </a:p>
          <a:p>
            <a:pPr marL="171450" lvl="0" indent="-171450" algn="l" rtl="0">
              <a:lnSpc>
                <a:spcPct val="100000"/>
              </a:lnSpc>
              <a:spcBef>
                <a:spcPts val="750"/>
              </a:spcBef>
              <a:spcAft>
                <a:spcPts val="0"/>
              </a:spcAft>
              <a:buSzPts val="1300"/>
              <a:buChar char="•"/>
            </a:pPr>
            <a:r>
              <a:rPr lang="en-US"/>
              <a:t>In the same way we will calculate the  for every branch in the tree.</a:t>
            </a:r>
            <a:endParaRPr/>
          </a:p>
          <a:p>
            <a:pPr marL="171450" lvl="0" indent="-171450" algn="l" rtl="0">
              <a:lnSpc>
                <a:spcPct val="100000"/>
              </a:lnSpc>
              <a:spcBef>
                <a:spcPts val="750"/>
              </a:spcBef>
              <a:spcAft>
                <a:spcPts val="0"/>
              </a:spcAft>
              <a:buSzPts val="1300"/>
              <a:buChar char="•"/>
            </a:pPr>
            <a:r>
              <a:rPr lang="en-US"/>
              <a:t>Once calculation for done till the depth, we can think about the pruning.</a:t>
            </a:r>
            <a:endParaRPr/>
          </a:p>
          <a:p>
            <a:pPr marL="171450" lvl="0" indent="-171450" algn="l" rtl="0">
              <a:lnSpc>
                <a:spcPct val="100000"/>
              </a:lnSpc>
              <a:spcBef>
                <a:spcPts val="750"/>
              </a:spcBef>
              <a:spcAft>
                <a:spcPts val="0"/>
              </a:spcAft>
              <a:buSzPts val="1300"/>
              <a:buChar char="•"/>
            </a:pPr>
            <a:r>
              <a:rPr lang="en-US"/>
              <a:t>If the difference between gain and gamma is negative we will remove the branch otherwise  keep the branch.</a:t>
            </a:r>
            <a:endParaRPr/>
          </a:p>
          <a:p>
            <a:pPr marL="171450" lvl="0" indent="-85725" algn="l" rtl="0">
              <a:lnSpc>
                <a:spcPct val="100000"/>
              </a:lnSpc>
              <a:spcBef>
                <a:spcPts val="750"/>
              </a:spcBef>
              <a:spcAft>
                <a:spcPts val="0"/>
              </a:spcAft>
              <a:buSzPts val="1350"/>
              <a:buNone/>
            </a:pPr>
            <a:endParaRPr/>
          </a:p>
        </p:txBody>
      </p:sp>
      <p:sp>
        <p:nvSpPr>
          <p:cNvPr id="596" name="Google Shape;596;p57"/>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597" name="Google Shape;597;p57"/>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57</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2" name="Google Shape;602;p58"/>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endParaRPr/>
          </a:p>
        </p:txBody>
      </p:sp>
      <p:sp>
        <p:nvSpPr>
          <p:cNvPr id="603" name="Google Shape;603;p58"/>
          <p:cNvSpPr txBox="1">
            <a:spLocks noGrp="1"/>
          </p:cNvSpPr>
          <p:nvPr>
            <p:ph type="body" idx="1"/>
          </p:nvPr>
        </p:nvSpPr>
        <p:spPr>
          <a:xfrm>
            <a:off x="0" y="891539"/>
            <a:ext cx="9144000" cy="3971405"/>
          </a:xfrm>
          <a:prstGeom prst="rect">
            <a:avLst/>
          </a:prstGeom>
          <a:noFill/>
          <a:ln>
            <a:noFill/>
          </a:ln>
        </p:spPr>
        <p:txBody>
          <a:bodyPr spcFirstLastPara="1" wrap="square" lIns="91425" tIns="45700" rIns="91425" bIns="45700" anchor="t" anchorCtr="0">
            <a:normAutofit/>
          </a:bodyPr>
          <a:lstStyle/>
          <a:p>
            <a:pPr marL="171450" lvl="0" indent="-85725" algn="l" rtl="0">
              <a:lnSpc>
                <a:spcPct val="100000"/>
              </a:lnSpc>
              <a:spcBef>
                <a:spcPts val="0"/>
              </a:spcBef>
              <a:spcAft>
                <a:spcPts val="0"/>
              </a:spcAft>
              <a:buSzPts val="1350"/>
              <a:buNone/>
            </a:pPr>
            <a:endParaRPr/>
          </a:p>
        </p:txBody>
      </p:sp>
      <p:sp>
        <p:nvSpPr>
          <p:cNvPr id="604" name="Google Shape;604;p58"/>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605" name="Google Shape;605;p58"/>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58</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0" name="Google Shape;610;p59"/>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endParaRPr/>
          </a:p>
        </p:txBody>
      </p:sp>
      <p:sp>
        <p:nvSpPr>
          <p:cNvPr id="611" name="Google Shape;611;p59"/>
          <p:cNvSpPr txBox="1">
            <a:spLocks noGrp="1"/>
          </p:cNvSpPr>
          <p:nvPr>
            <p:ph type="body" idx="1"/>
          </p:nvPr>
        </p:nvSpPr>
        <p:spPr>
          <a:xfrm>
            <a:off x="0" y="891539"/>
            <a:ext cx="9144000" cy="3971405"/>
          </a:xfrm>
          <a:prstGeom prst="rect">
            <a:avLst/>
          </a:prstGeom>
          <a:noFill/>
          <a:ln>
            <a:noFill/>
          </a:ln>
        </p:spPr>
        <p:txBody>
          <a:bodyPr spcFirstLastPara="1" wrap="square" lIns="91425" tIns="45700" rIns="91425" bIns="45700" anchor="t" anchorCtr="0">
            <a:normAutofit/>
          </a:bodyPr>
          <a:lstStyle/>
          <a:p>
            <a:pPr marL="171450" lvl="0" indent="-85725" algn="l" rtl="0">
              <a:lnSpc>
                <a:spcPct val="100000"/>
              </a:lnSpc>
              <a:spcBef>
                <a:spcPts val="0"/>
              </a:spcBef>
              <a:spcAft>
                <a:spcPts val="0"/>
              </a:spcAft>
              <a:buSzPts val="1350"/>
              <a:buNone/>
            </a:pPr>
            <a:endParaRPr/>
          </a:p>
        </p:txBody>
      </p:sp>
      <p:sp>
        <p:nvSpPr>
          <p:cNvPr id="612" name="Google Shape;612;p59"/>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613" name="Google Shape;613;p59"/>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59</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sp>
        <p:nvSpPr>
          <p:cNvPr id="618" name="Google Shape;618;p60"/>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endParaRPr/>
          </a:p>
        </p:txBody>
      </p:sp>
      <p:sp>
        <p:nvSpPr>
          <p:cNvPr id="619" name="Google Shape;619;p60"/>
          <p:cNvSpPr txBox="1">
            <a:spLocks noGrp="1"/>
          </p:cNvSpPr>
          <p:nvPr>
            <p:ph type="body" idx="1"/>
          </p:nvPr>
        </p:nvSpPr>
        <p:spPr>
          <a:xfrm>
            <a:off x="0" y="891539"/>
            <a:ext cx="9144000" cy="3971405"/>
          </a:xfrm>
          <a:prstGeom prst="rect">
            <a:avLst/>
          </a:prstGeom>
          <a:noFill/>
          <a:ln>
            <a:noFill/>
          </a:ln>
        </p:spPr>
        <p:txBody>
          <a:bodyPr spcFirstLastPara="1" wrap="square" lIns="91425" tIns="45700" rIns="91425" bIns="45700" anchor="t" anchorCtr="0">
            <a:normAutofit/>
          </a:bodyPr>
          <a:lstStyle/>
          <a:p>
            <a:pPr marL="171450" lvl="0" indent="-85725" algn="l" rtl="0">
              <a:lnSpc>
                <a:spcPct val="100000"/>
              </a:lnSpc>
              <a:spcBef>
                <a:spcPts val="0"/>
              </a:spcBef>
              <a:spcAft>
                <a:spcPts val="0"/>
              </a:spcAft>
              <a:buSzPts val="1350"/>
              <a:buNone/>
            </a:pPr>
            <a:endParaRPr/>
          </a:p>
        </p:txBody>
      </p:sp>
      <p:sp>
        <p:nvSpPr>
          <p:cNvPr id="620" name="Google Shape;620;p60"/>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621" name="Google Shape;621;p60"/>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60</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625"/>
        <p:cNvGrpSpPr/>
        <p:nvPr/>
      </p:nvGrpSpPr>
      <p:grpSpPr>
        <a:xfrm>
          <a:off x="0" y="0"/>
          <a:ext cx="0" cy="0"/>
          <a:chOff x="0" y="0"/>
          <a:chExt cx="0" cy="0"/>
        </a:xfrm>
      </p:grpSpPr>
      <p:sp>
        <p:nvSpPr>
          <p:cNvPr id="626" name="Google Shape;626;p61"/>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endParaRPr/>
          </a:p>
        </p:txBody>
      </p:sp>
      <p:sp>
        <p:nvSpPr>
          <p:cNvPr id="627" name="Google Shape;627;p61"/>
          <p:cNvSpPr txBox="1">
            <a:spLocks noGrp="1"/>
          </p:cNvSpPr>
          <p:nvPr>
            <p:ph type="body" idx="1"/>
          </p:nvPr>
        </p:nvSpPr>
        <p:spPr>
          <a:xfrm>
            <a:off x="0" y="891539"/>
            <a:ext cx="9144000" cy="3971405"/>
          </a:xfrm>
          <a:prstGeom prst="rect">
            <a:avLst/>
          </a:prstGeom>
          <a:noFill/>
          <a:ln>
            <a:noFill/>
          </a:ln>
        </p:spPr>
        <p:txBody>
          <a:bodyPr spcFirstLastPara="1" wrap="square" lIns="91425" tIns="45700" rIns="91425" bIns="45700" anchor="t" anchorCtr="0">
            <a:normAutofit/>
          </a:bodyPr>
          <a:lstStyle/>
          <a:p>
            <a:pPr marL="171450" lvl="0" indent="-85725" algn="l" rtl="0">
              <a:lnSpc>
                <a:spcPct val="100000"/>
              </a:lnSpc>
              <a:spcBef>
                <a:spcPts val="0"/>
              </a:spcBef>
              <a:spcAft>
                <a:spcPts val="0"/>
              </a:spcAft>
              <a:buSzPts val="1350"/>
              <a:buNone/>
            </a:pPr>
            <a:endParaRPr/>
          </a:p>
        </p:txBody>
      </p:sp>
      <p:sp>
        <p:nvSpPr>
          <p:cNvPr id="628" name="Google Shape;628;p61"/>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629" name="Google Shape;629;p61"/>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61</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633"/>
        <p:cNvGrpSpPr/>
        <p:nvPr/>
      </p:nvGrpSpPr>
      <p:grpSpPr>
        <a:xfrm>
          <a:off x="0" y="0"/>
          <a:ext cx="0" cy="0"/>
          <a:chOff x="0" y="0"/>
          <a:chExt cx="0" cy="0"/>
        </a:xfrm>
      </p:grpSpPr>
      <p:sp>
        <p:nvSpPr>
          <p:cNvPr id="634" name="Google Shape;634;p62"/>
          <p:cNvSpPr txBox="1">
            <a:spLocks noGrp="1"/>
          </p:cNvSpPr>
          <p:nvPr>
            <p:ph type="title"/>
          </p:nvPr>
        </p:nvSpPr>
        <p:spPr>
          <a:xfrm>
            <a:off x="0" y="0"/>
            <a:ext cx="9144000" cy="89154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l" rtl="0">
              <a:lnSpc>
                <a:spcPct val="90000"/>
              </a:lnSpc>
              <a:spcBef>
                <a:spcPts val="0"/>
              </a:spcBef>
              <a:spcAft>
                <a:spcPts val="0"/>
              </a:spcAft>
              <a:buClr>
                <a:srgbClr val="00B050"/>
              </a:buClr>
              <a:buSzPts val="2100"/>
              <a:buFont typeface="Gill Sans"/>
              <a:buNone/>
            </a:pPr>
            <a:endParaRPr/>
          </a:p>
        </p:txBody>
      </p:sp>
      <p:sp>
        <p:nvSpPr>
          <p:cNvPr id="635" name="Google Shape;635;p62"/>
          <p:cNvSpPr txBox="1">
            <a:spLocks noGrp="1"/>
          </p:cNvSpPr>
          <p:nvPr>
            <p:ph type="body" idx="1"/>
          </p:nvPr>
        </p:nvSpPr>
        <p:spPr>
          <a:xfrm>
            <a:off x="0" y="891539"/>
            <a:ext cx="9144000" cy="3971405"/>
          </a:xfrm>
          <a:prstGeom prst="rect">
            <a:avLst/>
          </a:prstGeom>
          <a:noFill/>
          <a:ln>
            <a:noFill/>
          </a:ln>
        </p:spPr>
        <p:txBody>
          <a:bodyPr spcFirstLastPara="1" wrap="square" lIns="91425" tIns="45700" rIns="91425" bIns="45700" anchor="t" anchorCtr="0">
            <a:normAutofit/>
          </a:bodyPr>
          <a:lstStyle/>
          <a:p>
            <a:pPr marL="171450" lvl="0" indent="-85725" algn="l" rtl="0">
              <a:lnSpc>
                <a:spcPct val="100000"/>
              </a:lnSpc>
              <a:spcBef>
                <a:spcPts val="0"/>
              </a:spcBef>
              <a:spcAft>
                <a:spcPts val="0"/>
              </a:spcAft>
              <a:buSzPts val="1350"/>
              <a:buNone/>
            </a:pPr>
            <a:endParaRPr/>
          </a:p>
        </p:txBody>
      </p:sp>
      <p:sp>
        <p:nvSpPr>
          <p:cNvPr id="636" name="Google Shape;636;p62"/>
          <p:cNvSpPr txBox="1">
            <a:spLocks noGrp="1"/>
          </p:cNvSpPr>
          <p:nvPr>
            <p:ph type="dt" idx="10"/>
          </p:nvPr>
        </p:nvSpPr>
        <p:spPr>
          <a:xfrm>
            <a:off x="0" y="4853965"/>
            <a:ext cx="742384" cy="242976"/>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2/22/2022</a:t>
            </a:r>
            <a:endParaRPr/>
          </a:p>
        </p:txBody>
      </p:sp>
      <p:sp>
        <p:nvSpPr>
          <p:cNvPr id="637" name="Google Shape;637;p62"/>
          <p:cNvSpPr txBox="1">
            <a:spLocks noGrp="1"/>
          </p:cNvSpPr>
          <p:nvPr>
            <p:ph type="sldNum" idx="12"/>
          </p:nvPr>
        </p:nvSpPr>
        <p:spPr>
          <a:xfrm>
            <a:off x="7086600" y="4864135"/>
            <a:ext cx="2057400" cy="27463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a:t>Slide no. </a:t>
            </a:r>
            <a:fld id="{00000000-1234-1234-1234-123412341234}" type="slidenum">
              <a:rPr lang="en-US"/>
              <a:t>62</a:t>
            </a:fld>
            <a:endParaRPr/>
          </a:p>
        </p:txBody>
      </p:sp>
    </p:spTree>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4061</Words>
  <Application>Microsoft Office PowerPoint</Application>
  <PresentationFormat>On-screen Show (16:9)</PresentationFormat>
  <Paragraphs>526</Paragraphs>
  <Slides>62</Slides>
  <Notes>62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62</vt:i4>
      </vt:variant>
    </vt:vector>
  </HeadingPairs>
  <TitlesOfParts>
    <vt:vector size="66" baseType="lpstr">
      <vt:lpstr>Calibri</vt:lpstr>
      <vt:lpstr>Gill Sans</vt:lpstr>
      <vt:lpstr>Arial</vt:lpstr>
      <vt:lpstr>Parcel</vt:lpstr>
      <vt:lpstr>RANDOM FOREST</vt:lpstr>
      <vt:lpstr>WHAT IT IS </vt:lpstr>
      <vt:lpstr>ENSEMBLE LEARNING</vt:lpstr>
      <vt:lpstr>HOW IT WORKS</vt:lpstr>
      <vt:lpstr>HOW THE RANDOM FOREST ALGORITHM WORKS</vt:lpstr>
      <vt:lpstr>BASICALLY …</vt:lpstr>
      <vt:lpstr>BAGGING</vt:lpstr>
      <vt:lpstr>RANDOM SUBSPACE METHOD. </vt:lpstr>
      <vt:lpstr>QUESTIONS</vt:lpstr>
      <vt:lpstr>SO ..</vt:lpstr>
      <vt:lpstr>OUT-OF-BAG</vt:lpstr>
      <vt:lpstr>OUT-OF-BAG</vt:lpstr>
      <vt:lpstr>OOB VS. TEST PARTITION PERFORMANCE</vt:lpstr>
      <vt:lpstr>WHY OOB IS IMPORTANT?</vt:lpstr>
      <vt:lpstr>SKLEARN.ENSEMBLE.RANDOMFORESTCLASSIFIER</vt:lpstr>
      <vt:lpstr>N_ESTIMATORS</vt:lpstr>
      <vt:lpstr>MAX_FEATURES</vt:lpstr>
      <vt:lpstr>MAX_DEPTH </vt:lpstr>
      <vt:lpstr>MIN_SAMPLES_SPLIT </vt:lpstr>
      <vt:lpstr>WARM_START</vt:lpstr>
      <vt:lpstr>OOB_SCORE</vt:lpstr>
      <vt:lpstr>APPLICATION OF RANDOM FOREST</vt:lpstr>
      <vt:lpstr>ATTRIBUTES</vt:lpstr>
      <vt:lpstr>ADVANTAGES OF USING RANDOM FOREST</vt:lpstr>
      <vt:lpstr>DISADVANTAGES OF USING RANDOM FOREST</vt:lpstr>
      <vt:lpstr>BENEFITS</vt:lpstr>
      <vt:lpstr>BOOSTING</vt:lpstr>
      <vt:lpstr>WHAT IS GRADIENT BOOSTING</vt:lpstr>
      <vt:lpstr>MATHEMATICALLY:</vt:lpstr>
      <vt:lpstr>PowerPoint Presentation</vt:lpstr>
      <vt:lpstr>PowerPoint Presentation</vt:lpstr>
      <vt:lpstr>PowerPoint Presentation</vt:lpstr>
      <vt:lpstr>PowerPoint Presentation</vt:lpstr>
      <vt:lpstr>PowerPoint Presentation</vt:lpstr>
      <vt:lpstr>PowerPoint Presentation</vt:lpstr>
      <vt:lpstr>LOSS FUNCTIONS FOR REGRESSION PROBLEM</vt:lpstr>
      <vt:lpstr>PowerPoint Presentation</vt:lpstr>
      <vt:lpstr>REGRESSION WITH ABSOLUTE LOSS</vt:lpstr>
      <vt:lpstr>REGRESSION WITH HUBER LOSS</vt:lpstr>
      <vt:lpstr>REGRESSION WITH LOSS FUNCTION L: GENERAL PROCEDURE</vt:lpstr>
      <vt:lpstr>PowerPoint Presentation</vt:lpstr>
      <vt:lpstr>GRADIENT BOOST FOR REGRESSIONN</vt:lpstr>
      <vt:lpstr>GRADIENT BOOSTING FOR CLASSIFICATION</vt:lpstr>
      <vt:lpstr>FEATURE EXTRACTION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XG-BOOST</vt:lpstr>
      <vt:lpstr>PowerPoint Presentation</vt:lpstr>
      <vt:lpstr>XG BOOST REGRESSION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Amrita Helwade</cp:lastModifiedBy>
  <cp:revision>1</cp:revision>
  <dcterms:modified xsi:type="dcterms:W3CDTF">2024-10-15T08:33:53Z</dcterms:modified>
</cp:coreProperties>
</file>